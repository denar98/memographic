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1023A6-E405-4EA6-A82E-2930943147AD}">
  <a:tblStyle styleId="{801023A6-E405-4EA6-A82E-2930943147A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54c8f4d0b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c54c8f4d0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c54c8f4d0b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c54c8f4d0b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c578ca289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c578ca289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c54c8f4d0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c54c8f4d0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c54c8f4d0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c54c8f4d0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c54c8f4d0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c54c8f4d0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c54c8f4d0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c54c8f4d0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c578ca289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c578ca289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c54c8f4d0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c54c8f4d0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tore.flokk.com/norway/en-gb/products/hag-capisco?model=8126-STD&amp;code=0EJF9J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10" Type="http://schemas.openxmlformats.org/officeDocument/2006/relationships/image" Target="../media/image16.png"/><Relationship Id="rId9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17474" r="19209" t="0"/>
          <a:stretch/>
        </p:blipFill>
        <p:spPr>
          <a:xfrm>
            <a:off x="1118375" y="1022125"/>
            <a:ext cx="3453624" cy="337405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86950" y="3132225"/>
            <a:ext cx="1000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#39a7ff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2725" y="3392799"/>
            <a:ext cx="1000200" cy="14892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96675" y="1725475"/>
            <a:ext cx="9123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#0F1F34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000250" y="554313"/>
            <a:ext cx="8352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#385286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858338" y="3011400"/>
            <a:ext cx="912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#faf8f7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7725" y="3625725"/>
            <a:ext cx="649800" cy="6660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7452750" y="2406900"/>
            <a:ext cx="1571700" cy="60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Secondary colors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8112150" y="3209200"/>
            <a:ext cx="912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#5CA7A0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2450" y="3625713"/>
            <a:ext cx="571175" cy="4703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7276938" y="3296025"/>
            <a:ext cx="835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#C7D4DA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961700" y="4462100"/>
            <a:ext cx="9123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#FF825D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874000" y="560500"/>
            <a:ext cx="10002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#fbd30c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956400" y="4462100"/>
            <a:ext cx="10770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#ffeed9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4583700" y="2978400"/>
            <a:ext cx="9123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F1F1F"/>
                </a:solidFill>
              </a:rPr>
              <a:t>#ece5dc</a:t>
            </a:r>
            <a:endParaRPr sz="12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4659925" y="2000250"/>
            <a:ext cx="11319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#e0f4ff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2912450" y="1549650"/>
            <a:ext cx="769200" cy="1131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1231050" y="2731125"/>
            <a:ext cx="1571700" cy="1131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/>
          <p:nvPr/>
        </p:nvSpPr>
        <p:spPr>
          <a:xfrm>
            <a:off x="3681650" y="2731125"/>
            <a:ext cx="835200" cy="1131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5282725" y="3392800"/>
            <a:ext cx="1000200" cy="1131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" name="Google Shape;74;p13"/>
          <p:cNvCxnSpPr/>
          <p:nvPr/>
        </p:nvCxnSpPr>
        <p:spPr>
          <a:xfrm flipH="1">
            <a:off x="3681725" y="769325"/>
            <a:ext cx="1209000" cy="703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3"/>
          <p:cNvCxnSpPr/>
          <p:nvPr/>
        </p:nvCxnSpPr>
        <p:spPr>
          <a:xfrm flipH="1">
            <a:off x="2769725" y="780325"/>
            <a:ext cx="2121000" cy="2143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3"/>
          <p:cNvCxnSpPr>
            <a:endCxn id="68" idx="3"/>
          </p:cNvCxnSpPr>
          <p:nvPr/>
        </p:nvCxnSpPr>
        <p:spPr>
          <a:xfrm>
            <a:off x="4847400" y="747450"/>
            <a:ext cx="648600" cy="2428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3"/>
          <p:cNvCxnSpPr/>
          <p:nvPr/>
        </p:nvCxnSpPr>
        <p:spPr>
          <a:xfrm flipH="1">
            <a:off x="4517000" y="791300"/>
            <a:ext cx="395700" cy="1879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13"/>
          <p:cNvSpPr txBox="1"/>
          <p:nvPr/>
        </p:nvSpPr>
        <p:spPr>
          <a:xfrm>
            <a:off x="4659925" y="347625"/>
            <a:ext cx="1376400" cy="470400"/>
          </a:xfrm>
          <a:prstGeom prst="rect">
            <a:avLst/>
          </a:prstGeom>
          <a:solidFill>
            <a:srgbClr val="F9D20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Main colors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43950" y="54950"/>
            <a:ext cx="1131900" cy="666000"/>
          </a:xfrm>
          <a:prstGeom prst="rect">
            <a:avLst/>
          </a:prstGeom>
          <a:solidFill>
            <a:srgbClr val="F9D20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Color palette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Resources / links</a:t>
            </a:r>
            <a:endParaRPr/>
          </a:p>
        </p:txBody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Link to the manufacturer</a:t>
            </a:r>
            <a:br>
              <a:rPr lang="en-GB"/>
            </a:br>
            <a:r>
              <a:rPr lang="en-GB" u="sng">
                <a:solidFill>
                  <a:schemeClr val="hlink"/>
                </a:solidFill>
                <a:hlinkClick r:id="rId3"/>
              </a:rPr>
              <a:t>https://store.flokk.com/norway/en-gb/products/hag-capisco?model=8126-STD&amp;code=0EJF9J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/>
        </p:nvSpPr>
        <p:spPr>
          <a:xfrm>
            <a:off x="55550" y="355500"/>
            <a:ext cx="5887800" cy="4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1F1F1F"/>
                </a:solidFill>
                <a:highlight>
                  <a:srgbClr val="FFFFFF"/>
                </a:highlight>
              </a:rPr>
              <a:t>Håg Capisco: The Most Popular Ergonomic Office Chair in Norway – For Good Reason</a:t>
            </a:r>
            <a:endParaRPr b="1" sz="1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Find Your Perfect, Used Capisco Chair: Advice, Tips, and Help from C24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Timeless Design Icon with a Focus on Comfort: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  <a:t>The Håg Capisco offers excellent lumbar support and a unique sitting experience inspired by the rider's saddle. It's a smart choice for ergonomics and comfort in the office.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Buy Smart, Sit Comfortably: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  <a:t>Find a gently used Capisco chair at a low price from C24. Enjoy ergonomic support for years to come, and you can easily resell it for a similar price.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Why Choose C24?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  <a:t>See realistic video viewings of gently used and newly cleaned chairs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  <a:t>Get low prices, including shipping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  <a:t>Pay after you have seen and tried the chair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F1F1F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1" name="Google Shape;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1600" y="246375"/>
            <a:ext cx="1497626" cy="2325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8975" y="3037700"/>
            <a:ext cx="1326550" cy="17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85850" y="3010575"/>
            <a:ext cx="1345274" cy="183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Google Shape;98;p16"/>
          <p:cNvGraphicFramePr/>
          <p:nvPr/>
        </p:nvGraphicFramePr>
        <p:xfrm>
          <a:off x="696700" y="3895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{801023A6-E405-4EA6-A82E-2930943147AD}</a:tableStyleId>
              </a:tblPr>
              <a:tblGrid>
                <a:gridCol w="2085975"/>
                <a:gridCol w="3762375"/>
              </a:tblGrid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Do:</a:t>
                      </a:r>
                      <a:endParaRPr b="1"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Don't:</a:t>
                      </a:r>
                      <a:endParaRPr b="1"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87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Inspect the condition carefully: 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Check the seat, backrest, and base.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52400" marL="1524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Buy without seeing: 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Be wary of low-quality pictures.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52400" marL="152400"/>
                </a:tc>
              </a:tr>
              <a:tr h="87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Popular Choice: 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Black is the most in-demand color for Capisco chairs.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52400" marL="1524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Choose unpopular colors: 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Black is the easiest to resell.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52400" marL="152400"/>
                </a:tc>
              </a:tr>
              <a:tr h="87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See the chair in daylight: 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Avoid misleading pictures.</a:t>
                      </a:r>
                      <a:b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</a:b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Request a video in daylight: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 See the chair's real condition and </a:t>
                      </a: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avoid a bad purchase.</a:t>
                      </a:r>
                      <a:b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</a:br>
                      <a:b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</a:br>
                      <a:b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</a:b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chemeClr val="lt1"/>
                          </a:highlight>
                        </a:rPr>
                        <a:t>Buy a newly cleaned chair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chemeClr val="lt1"/>
                          </a:highlight>
                        </a:rPr>
                        <a:t> or choose a chair with a new seat cover.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52400" marL="1524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Trust pictures blindly: 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Many pictures of used chairs are manipulated, and stains can be hard to see. Be critical and inspect the chair in daylight before buying.</a:t>
                      </a:r>
                      <a:b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</a:br>
                      <a:b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</a:b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Stains on a used Capisco chair can be a major problem. </a:t>
                      </a: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They are difficult to remove, and can make the chair feel dirty and worn out. 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The solution is simple:</a:t>
                      </a:r>
                      <a:endParaRPr b="1"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Buy a newly cleaned chair or choose a chair with a new seat cover.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52400" marL="152400"/>
                </a:tc>
              </a:tr>
            </a:tbl>
          </a:graphicData>
        </a:graphic>
      </p:graphicFrame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8450" y="344400"/>
            <a:ext cx="602825" cy="63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9450" y="389537"/>
            <a:ext cx="520299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644325" y="0"/>
            <a:ext cx="64098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1F1F1F"/>
                </a:solidFill>
                <a:highlight>
                  <a:srgbClr val="FFFFFF"/>
                </a:highlight>
              </a:rPr>
              <a:t>Do's and Don'ts for Buying a Used Håg Capisco Chair:</a:t>
            </a:r>
            <a:endParaRPr b="1" sz="1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2" name="Google Shape;10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5700" y="4757026"/>
            <a:ext cx="778301" cy="386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p17"/>
          <p:cNvGraphicFramePr/>
          <p:nvPr/>
        </p:nvGraphicFramePr>
        <p:xfrm>
          <a:off x="496775" y="103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{801023A6-E405-4EA6-A82E-2930943147AD}</a:tableStyleId>
              </a:tblPr>
              <a:tblGrid>
                <a:gridCol w="1222850"/>
                <a:gridCol w="4915825"/>
                <a:gridCol w="1222850"/>
              </a:tblGrid>
              <a:tr h="413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Feature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C24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Competitors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Video Viewing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Yes, saves time and provides better assessment of chair condition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Payment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After test sitting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Before delivery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Shipping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Free in Oslo/Bærum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Varies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Price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Competitive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Varies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Selection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Large, priority to newsletter subscribers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Limited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Advice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Yes, avoid mistakes, usage, models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Varies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" name="Google Shape;108;p17"/>
          <p:cNvSpPr txBox="1"/>
          <p:nvPr/>
        </p:nvSpPr>
        <p:spPr>
          <a:xfrm>
            <a:off x="366575" y="299950"/>
            <a:ext cx="69765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1F1F1F"/>
                </a:solidFill>
                <a:highlight>
                  <a:srgbClr val="FFFFFF"/>
                </a:highlight>
              </a:rPr>
              <a:t>C24 vs. Competitors: Buying a Used Håg Capisco Chair</a:t>
            </a:r>
            <a:endParaRPr b="1" sz="1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5700" y="4757026"/>
            <a:ext cx="778301" cy="386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8"/>
          <p:cNvPicPr preferRelativeResize="0"/>
          <p:nvPr/>
        </p:nvPicPr>
        <p:blipFill rotWithShape="1">
          <a:blip r:embed="rId3">
            <a:alphaModFix/>
          </a:blip>
          <a:srcRect b="0" l="0" r="21396" t="0"/>
          <a:stretch/>
        </p:blipFill>
        <p:spPr>
          <a:xfrm>
            <a:off x="152400" y="152400"/>
            <a:ext cx="3813551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2975" y="620000"/>
            <a:ext cx="4081024" cy="404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5700" y="4757026"/>
            <a:ext cx="778301" cy="38648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18"/>
          <p:cNvCxnSpPr/>
          <p:nvPr/>
        </p:nvCxnSpPr>
        <p:spPr>
          <a:xfrm flipH="1">
            <a:off x="3488325" y="4277000"/>
            <a:ext cx="833100" cy="399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" name="Google Shape;118;p18"/>
          <p:cNvSpPr txBox="1"/>
          <p:nvPr/>
        </p:nvSpPr>
        <p:spPr>
          <a:xfrm>
            <a:off x="4421400" y="4188150"/>
            <a:ext cx="1391400" cy="433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000">
                <a:solidFill>
                  <a:srgbClr val="1F1F1F"/>
                </a:solidFill>
                <a:highlight>
                  <a:srgbClr val="FFFFFF"/>
                </a:highlight>
              </a:rPr>
              <a:t>Easy to resell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9" name="Google Shape;119;p18"/>
          <p:cNvCxnSpPr/>
          <p:nvPr/>
        </p:nvCxnSpPr>
        <p:spPr>
          <a:xfrm>
            <a:off x="5432325" y="1355300"/>
            <a:ext cx="621900" cy="233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18"/>
          <p:cNvSpPr txBox="1"/>
          <p:nvPr/>
        </p:nvSpPr>
        <p:spPr>
          <a:xfrm>
            <a:off x="4421400" y="275375"/>
            <a:ext cx="2244000" cy="899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Remove this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2"/>
                </a:solidFill>
              </a:rPr>
              <a:t>( In Norway we only use “cm” )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21" name="Google Shape;121;p18"/>
          <p:cNvCxnSpPr/>
          <p:nvPr/>
        </p:nvCxnSpPr>
        <p:spPr>
          <a:xfrm flipH="1">
            <a:off x="8731750" y="1099775"/>
            <a:ext cx="19200" cy="433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8"/>
          <p:cNvCxnSpPr/>
          <p:nvPr/>
        </p:nvCxnSpPr>
        <p:spPr>
          <a:xfrm>
            <a:off x="5432325" y="3526450"/>
            <a:ext cx="621900" cy="233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8"/>
          <p:cNvCxnSpPr/>
          <p:nvPr/>
        </p:nvCxnSpPr>
        <p:spPr>
          <a:xfrm>
            <a:off x="7207375" y="1866250"/>
            <a:ext cx="621900" cy="233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8"/>
          <p:cNvCxnSpPr/>
          <p:nvPr/>
        </p:nvCxnSpPr>
        <p:spPr>
          <a:xfrm flipH="1">
            <a:off x="8731750" y="2099650"/>
            <a:ext cx="19200" cy="433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8"/>
          <p:cNvCxnSpPr/>
          <p:nvPr/>
        </p:nvCxnSpPr>
        <p:spPr>
          <a:xfrm flipH="1">
            <a:off x="2143950" y="3643775"/>
            <a:ext cx="2066400" cy="1033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8"/>
          <p:cNvSpPr txBox="1"/>
          <p:nvPr/>
        </p:nvSpPr>
        <p:spPr>
          <a:xfrm>
            <a:off x="4232550" y="3032775"/>
            <a:ext cx="1199700" cy="677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Difficult to resell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5700" y="4757026"/>
            <a:ext cx="778301" cy="386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8926" y="2500088"/>
            <a:ext cx="2334148" cy="2500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9650" y="2454225"/>
            <a:ext cx="2060825" cy="2583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2375" y="66651"/>
            <a:ext cx="1800870" cy="232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75125" y="66649"/>
            <a:ext cx="1616584" cy="215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98271" y="203463"/>
            <a:ext cx="2158576" cy="188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975" y="2839248"/>
            <a:ext cx="2060826" cy="1821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0875" y="66662"/>
            <a:ext cx="1519475" cy="21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3049" y="622000"/>
            <a:ext cx="5581099" cy="44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190700" y="2571750"/>
            <a:ext cx="6996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5700" y="4757026"/>
            <a:ext cx="778301" cy="38648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/>
        </p:nvSpPr>
        <p:spPr>
          <a:xfrm>
            <a:off x="88875" y="0"/>
            <a:ext cx="8176200" cy="52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Buy Smart, Sit Comfortably:</a:t>
            </a:r>
            <a:b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</a:br>
            <a:r>
              <a:rPr i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Enjoy ergonomic support for years to come, and you can easily resell it for a similar price</a:t>
            </a:r>
            <a:endParaRPr i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</a:b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Here's how C24 helps you find your perfect, gently used Capisco chair at a low price: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Enjoy lasting comfort and value:</a:t>
            </a: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  <a:t> Ergonomic support and easy resale.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Make an informed decision:</a:t>
            </a: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  <a:t> See realistic video viewings in daylight.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Get a chair in top condition:</a:t>
            </a: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  <a:t> Choose from newly cleaned chairs or chairs with new seat covers, especially in the popular black color.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Buy with confidence:</a:t>
            </a:r>
            <a:r>
              <a:rPr lang="en-GB" sz="1200">
                <a:solidFill>
                  <a:srgbClr val="1F1F1F"/>
                </a:solidFill>
                <a:highlight>
                  <a:srgbClr val="FFFFFF"/>
                </a:highlight>
              </a:rPr>
              <a:t> Low prices, secure payment after seeing and trying the chair.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F1F1F"/>
                </a:solidFill>
                <a:highlight>
                  <a:srgbClr val="FFFFFF"/>
                </a:highlight>
              </a:rPr>
              <a:t>Do you have any questions? Contact us here: [link to contact us page]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