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17A"/>
    <a:srgbClr val="282828"/>
    <a:srgbClr val="363636"/>
    <a:srgbClr val="3F3F3F"/>
    <a:srgbClr val="82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20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6C314A3-6AB1-4077-9055-792CA22375E5}" type="datetimeFigureOut">
              <a:rPr lang="en-US" smtClean="0"/>
              <a:t>3/6/24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5F66C2-076D-40F4-8F5B-C091ECAD8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0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D504-8250-4CF1-A6AE-6E0F07677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EBEB3-0851-44A4-A690-CBDE68C48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5FB96-E589-4982-80EE-A59E1621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E29A-E53D-4B2E-BF21-1C00ACE954A4}" type="datetime1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55BD6-FE3A-4044-9875-49F203CB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50939-36DD-452C-9788-D1C95BBD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4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6240-C1F2-4D2A-B0FE-5C5EBE24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777DB-DB2F-49A1-8B57-219DB8A0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0FE04-D78F-4203-BCC0-E8B3CD00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CECE-8D81-4BD0-9BD2-AC07789A5C16}" type="datetime1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F0448-D4D9-4052-A2C1-B3C611EC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25561-0312-432D-8AD7-BF0D5C24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6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DBAF-B544-4C2C-938A-0BBC6CF5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17B0B-1938-466C-A4DB-4D082273F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B0B4B-D1CC-4343-A594-D9ADF451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ECB0-0EE8-48EB-9BB2-D37C99B9F8AE}" type="datetime1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E7D9-86BB-4D43-B4C0-57EB6BF2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B15D-3D78-4971-BC3B-C0A77282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3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9C8F-B445-449C-83C9-D3EE5577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7D73C-17CF-4774-97DC-A802BF72C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0F8C9-BB60-4B81-A61A-3211EF40C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CA9AC-94B9-4534-BCC1-35CC64A7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152F-D011-49BB-A4C7-41D4C7F4C0A0}" type="datetime1">
              <a:rPr lang="en-US" smtClean="0"/>
              <a:t>3/6/24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755CF-7AD0-46B0-A94A-6A8A9B7B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C879E-7C35-44CD-B194-544C7F4E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1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D628-E252-478C-895D-2788BB5F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A3C41-D458-48C2-80DC-F84C6A697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C6887-5283-43F2-8DF4-5C01C70F5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3A08E-56DC-4F58-89C9-9A0F19205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5E7C5-23F4-4652-9D0B-027873F45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AC749-B4A2-4820-B175-29D4B3DE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0EF6-82A3-406B-B82D-40C68F1418ED}" type="datetime1">
              <a:rPr lang="en-US" smtClean="0"/>
              <a:t>3/6/24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3CB43-C69F-430A-9540-607CA889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6DC3D-B42B-4778-8CAB-9C99D616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4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BF4E-93BB-4FE6-980B-D9990AD6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99477-4191-44C8-87A3-6E4FC6B6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8D3B-91C5-40D2-8EA8-A6FCF842C99C}" type="datetime1">
              <a:rPr lang="en-US" smtClean="0"/>
              <a:t>3/6/24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0B57D-B7DB-40A4-A6EA-98B17F75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8134E-F74C-4949-8A4C-318B39F8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48E75-DA1D-477E-A377-11F1D6D8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694B-1C6E-4944-8FDC-47ACAA24D291}" type="datetime1">
              <a:rPr lang="en-US" smtClean="0"/>
              <a:t>3/6/24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615EB-9B53-4EC4-96B6-B5AE8954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9DA92-625A-4BFC-B0BB-267C4C7F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0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6045-6BA7-45FE-927A-FBA2CF05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289B6-0145-487B-A1B1-B78CA829E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4DB04-55CB-40E9-B9D2-8E8CC1896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91B32-78A2-4E6C-8D60-BEAD4410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74D8-4692-4834-AC28-721C4A0F10D5}" type="datetime1">
              <a:rPr lang="en-US" smtClean="0"/>
              <a:t>3/6/24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FC8E6-9B98-42F9-B0A6-2BEC0C02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7A0D4-2FD4-4BE4-91EB-FD581557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7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1C94-B182-4D11-855F-BF93115B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CF6A3-D98F-47BE-9B0E-B0A4E5BF4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9A212-60F6-4704-8CD7-5E4551B97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6735E-7DE7-400D-BA91-F310D9C7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B981-5B63-4797-81FE-CCB1D76BC2C1}" type="datetime1">
              <a:rPr lang="en-US" smtClean="0"/>
              <a:t>3/6/24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BA3D6-F90F-4804-B34B-C7360E0E0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0DCB7-7EA1-45E6-B371-1EE2C822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6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2595-891B-4A18-8B3B-BBBD7258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18BE1-C398-4882-BCF1-90A8D12BD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97FD0-075F-48FF-8844-22CD72CF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A6474-BCD6-41EC-89A1-DECB39D231D2}" type="datetime1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DE7E0-2F5C-4497-81DE-FDE9076B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68EF8-085D-4033-AA0E-C88243FE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8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F2720-500E-4A37-946A-58E217C45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C6CE3-7E12-4452-B26F-42A329604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4A13D-C60E-4E88-AB02-554A00A60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44E8-9659-472D-BDB5-3567EC12B79D}" type="datetime1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1FEBD-B171-48E9-8ED4-5DC3DC79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0DFA-0329-417C-BDA7-B93B9F72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8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0D555-8D49-41D5-9731-AA9AB27B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92383-5ECB-4F14-9DE3-1EE7F1BA4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4B144-7CEC-415E-AE5A-57AD87C9D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8BDDD-EDCF-42E7-BF26-1CF47905E5FF}" type="datetime1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1FD06-27FB-4329-B868-6A1F8331A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5B83-2B3E-4B3A-ABB7-D61B9B20B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8ACD7-F74F-457A-B13A-A8F34CE6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0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1" descr="j0192962%5b1%5d">
            <a:extLst>
              <a:ext uri="{FF2B5EF4-FFF2-40B4-BE49-F238E27FC236}">
                <a16:creationId xmlns:a16="http://schemas.microsoft.com/office/drawing/2014/main" id="{CFAD924E-43D6-CFB1-DDD3-030D7C5BB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10086" y="873889"/>
            <a:ext cx="7825579" cy="5571067"/>
          </a:xfrm>
          <a:prstGeom prst="rect">
            <a:avLst/>
          </a:prstGeom>
          <a:noFill/>
          <a:scene3d>
            <a:camera prst="orthographicFront"/>
            <a:lightRig rig="freezing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" descr="DD01085_%5b1%5d">
            <a:extLst>
              <a:ext uri="{FF2B5EF4-FFF2-40B4-BE49-F238E27FC236}">
                <a16:creationId xmlns:a16="http://schemas.microsoft.com/office/drawing/2014/main" id="{FD2CECE9-ED4A-AB58-6B8F-546BC98BB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782" y="3429000"/>
            <a:ext cx="1459209" cy="1469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 Box 4">
            <a:extLst>
              <a:ext uri="{FF2B5EF4-FFF2-40B4-BE49-F238E27FC236}">
                <a16:creationId xmlns:a16="http://schemas.microsoft.com/office/drawing/2014/main" id="{944CF76D-0EA8-8B31-3004-9A0006A28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839" y="3700224"/>
            <a:ext cx="1367097" cy="373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1pPr>
            <a:lvl2pPr marL="37931725" indent="-37474525" eaLnBrk="0" hangingPunct="0"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2pPr>
            <a:lvl3pPr eaLnBrk="0" hangingPunct="0"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3pPr>
            <a:lvl4pPr eaLnBrk="0" hangingPunct="0"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4pPr>
            <a:lvl5pPr eaLnBrk="0" hangingPunct="0"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999999"/>
                </a:solidFill>
                <a:latin typeface="Arial" charset="0"/>
                <a:ea typeface="ＭＳ Ｐゴシック" pitchFamily="26" charset="-128"/>
              </a:defRPr>
            </a:lvl9pPr>
          </a:lstStyle>
          <a:p>
            <a:r>
              <a:rPr lang="de-DE" sz="1200" dirty="0">
                <a:solidFill>
                  <a:srgbClr val="000000"/>
                </a:solidFill>
                <a:ea typeface="Times New Roman" pitchFamily="26" charset="0"/>
              </a:rPr>
              <a:t>       Empowerment</a:t>
            </a:r>
            <a:endParaRPr lang="de-DE" sz="2400" dirty="0">
              <a:ea typeface="Times New Roman" pitchFamily="2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48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Infographic</dc:title>
  <dc:creator>Iryna Siletska</dc:creator>
  <cp:lastModifiedBy>Osman, Abdirazak Muse GIZ SO</cp:lastModifiedBy>
  <cp:revision>16</cp:revision>
  <cp:lastPrinted>2024-02-13T04:58:23Z</cp:lastPrinted>
  <dcterms:created xsi:type="dcterms:W3CDTF">2020-11-20T13:38:03Z</dcterms:created>
  <dcterms:modified xsi:type="dcterms:W3CDTF">2024-03-06T18:19:16Z</dcterms:modified>
</cp:coreProperties>
</file>