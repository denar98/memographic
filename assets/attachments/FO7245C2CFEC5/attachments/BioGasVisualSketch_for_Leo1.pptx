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10" r:id="rId2"/>
    <p:sldId id="316" r:id="rId3"/>
    <p:sldId id="324" r:id="rId4"/>
    <p:sldId id="317" r:id="rId5"/>
    <p:sldId id="323" r:id="rId6"/>
    <p:sldId id="315" r:id="rId7"/>
    <p:sldId id="265" r:id="rId8"/>
    <p:sldId id="267" r:id="rId9"/>
    <p:sldId id="312" r:id="rId10"/>
    <p:sldId id="318" r:id="rId11"/>
    <p:sldId id="319" r:id="rId12"/>
    <p:sldId id="313" r:id="rId13"/>
    <p:sldId id="322" r:id="rId14"/>
    <p:sldId id="314" r:id="rId15"/>
    <p:sldId id="325" r:id="rId16"/>
    <p:sldId id="328" r:id="rId17"/>
    <p:sldId id="321" r:id="rId18"/>
    <p:sldId id="320" r:id="rId19"/>
    <p:sldId id="330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100"/>
    <a:srgbClr val="205379"/>
    <a:srgbClr val="22682A"/>
    <a:srgbClr val="A5C850"/>
    <a:srgbClr val="369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28"/>
    <p:restoredTop sz="96327"/>
  </p:normalViewPr>
  <p:slideViewPr>
    <p:cSldViewPr snapToGrid="0" showGuides="1">
      <p:cViewPr>
        <p:scale>
          <a:sx n="90" d="100"/>
          <a:sy n="90" d="100"/>
        </p:scale>
        <p:origin x="80" y="992"/>
      </p:cViewPr>
      <p:guideLst>
        <p:guide orient="horz" pos="2160"/>
        <p:guide pos="36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8D185-D04B-6343-86BE-39DA164F4CBD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7B772-7946-6843-A4FA-DDAEB70B3F1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F42A2-F143-329B-1664-49B820C6B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0E6BC7-F753-13CC-2CA8-B3204099A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472DFA-D4D5-F367-84E6-238CBF8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800311-6723-10A6-9A8C-81138D9F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1CBDE1-F15D-0507-DCB4-C6B1F134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4531C-BA2C-16EB-1162-B68EC3E6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D53DD2-28BE-EA0B-26E8-6AE54A3E7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C36D41-7B9A-924B-23F8-DB9F4490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D6C003-6882-CC5A-49DE-377D938F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01BEEE-3EEE-CF47-DBBA-88C57913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08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B4B58-0030-33E2-51C9-04BEDCE2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77B54B-EB08-978A-A5ED-94C73189A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F2EBE-569D-9FE8-DA67-AD5C19D5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E02856-7FB7-E344-2B15-88507726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292920-C55C-EC07-6783-0C466828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60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CEC18-B4BA-6CA7-163B-EBE634B6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3EED1C-E248-3A71-9887-43E26C84E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2DE935-7CB4-5DA3-21FE-438146B58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D97EFD-8AFF-2BB6-E627-52661457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F0389A-8123-267B-9C74-A19442D2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0BF73A-13D2-CAB9-EAA8-4BA81566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3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8559B-3773-3E58-1047-1DBA1EA9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D529E8-8D0D-A27A-1001-8C7AF29CB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4AD288-7271-B2BE-F534-2CABA4D1D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3B4BF77-5D3E-7C7D-51EC-73F1A86C7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0EA044-68B0-B477-DB7A-50F7C7308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958491-1EB3-5903-AA18-106E82D1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D5A57FF-2E3D-2D41-DA5A-BAA57B6A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A7C0AC-939B-2E36-DEA0-0EFEC8A5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941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3ACA3-A48B-E874-A3D7-B64C6DA8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425CE4-2AF9-20A5-D6C4-376CA06F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AD323D-EADA-76E0-75ED-086A9468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1798AF-627B-F496-1CC4-D19F3B32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17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D8539D9-7D04-2EBF-85FC-0E1C4031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35539C-8B23-1C07-31F8-8B832CEA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C3502A-8A76-2B08-6CEE-015266DC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2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0FA94-7D16-CEB3-E431-2FB65C91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31949F-A329-0632-49CE-A7880EE17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88E5B0-2774-5662-A73E-3C350801E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E054A5-5A3B-8E57-919C-228469187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791613-E0CE-5815-EB44-E3B1A12C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FA8092-AE4E-821B-0F1F-5A06367D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0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183DB-71FB-9DCB-0402-6C7132987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13BB3D-EBB8-F222-39CE-40AD9AF52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D1833C-5328-0FBB-486C-CC8784BF6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2D6780-AA94-114B-0D21-897EFFCB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339805-243B-B00C-B7BD-1EA01C79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7FE8AC-2B5A-59C4-59EB-3B24737F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35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3EDA0-D6F2-BD4C-3BD2-91FF3EC8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A35399-DDC4-F903-35C2-427E33D24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9357AB-F671-67F6-2FF2-F574FA14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D66BD0-FA2A-54D5-C35B-3CCE153A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90E28-A6F1-DD42-CAFE-C49620E0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29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FA1BA3-851C-0AB2-09EB-A9544C4A9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62FA00-FD3D-3154-CE57-6DEAAC37B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994B9-F463-5A0E-ECB5-C2516951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B5C4ED-A41F-4397-ABF0-88377AD6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7D1B37-02D9-A572-0BD1-BFCD8E17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060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224642"/>
            <a:ext cx="12191999" cy="56333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1561" y="2594578"/>
            <a:ext cx="5494782" cy="440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80" b="0" i="0">
                <a:solidFill>
                  <a:srgbClr val="014D4D"/>
                </a:solidFill>
                <a:latin typeface="Agatho"/>
                <a:cs typeface="Agath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478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497169"/>
            <a:ext cx="12191999" cy="63608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372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17ECFD-5BF3-197B-91B9-316C81DD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90517D-52A2-6DF0-DAF3-E421D342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6F36D5-8807-AC80-D5DE-ED3D2109F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33607-5469-0547-8DA2-CB6D7A8158D8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14DD70-4925-4045-8599-788E4DF87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711A61-6F1E-03B1-8A4B-A4911E5EC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72FE7-3DB4-7C43-A247-2B8F1673D4E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6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5.png"/><Relationship Id="rId30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png"/><Relationship Id="rId18" Type="http://schemas.openxmlformats.org/officeDocument/2006/relationships/image" Target="../media/image28.png"/><Relationship Id="rId26" Type="http://schemas.openxmlformats.org/officeDocument/2006/relationships/image" Target="../media/image5.png"/><Relationship Id="rId3" Type="http://schemas.openxmlformats.org/officeDocument/2006/relationships/image" Target="../media/image12.png"/><Relationship Id="rId21" Type="http://schemas.openxmlformats.org/officeDocument/2006/relationships/image" Target="../media/image31.png"/><Relationship Id="rId7" Type="http://schemas.openxmlformats.org/officeDocument/2006/relationships/image" Target="../media/image16.png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image" Target="../media/image11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24" Type="http://schemas.openxmlformats.org/officeDocument/2006/relationships/image" Target="../media/image34.png"/><Relationship Id="rId5" Type="http://schemas.openxmlformats.org/officeDocument/2006/relationships/image" Target="../media/image14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6.png"/><Relationship Id="rId10" Type="http://schemas.openxmlformats.org/officeDocument/2006/relationships/image" Target="../media/image21.png"/><Relationship Id="rId19" Type="http://schemas.openxmlformats.org/officeDocument/2006/relationships/image" Target="../media/image2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19.png"/><Relationship Id="rId22" Type="http://schemas.openxmlformats.org/officeDocument/2006/relationships/image" Target="../media/image32.png"/><Relationship Id="rId27" Type="http://schemas.openxmlformats.org/officeDocument/2006/relationships/image" Target="../media/image6.png"/><Relationship Id="rId30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6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.png"/><Relationship Id="rId2" Type="http://schemas.openxmlformats.org/officeDocument/2006/relationships/image" Target="../media/image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microsoft.com/office/2007/relationships/hdphoto" Target="../media/hdphoto3.wdp"/><Relationship Id="rId12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jpeg"/><Relationship Id="rId3" Type="http://schemas.openxmlformats.org/officeDocument/2006/relationships/image" Target="../media/image95.png"/><Relationship Id="rId7" Type="http://schemas.openxmlformats.org/officeDocument/2006/relationships/hyperlink" Target="mailto:olaf@ifeurope.eu" TargetMode="External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mpactfundingeurope.eu/" TargetMode="External"/><Relationship Id="rId5" Type="http://schemas.openxmlformats.org/officeDocument/2006/relationships/image" Target="../media/image97.svg"/><Relationship Id="rId10" Type="http://schemas.openxmlformats.org/officeDocument/2006/relationships/image" Target="../media/image99.png"/><Relationship Id="rId4" Type="http://schemas.openxmlformats.org/officeDocument/2006/relationships/image" Target="../media/image96.png"/><Relationship Id="rId9" Type="http://schemas.openxmlformats.org/officeDocument/2006/relationships/hyperlink" Target="https://www.linkedin.com/in/olafgerdgemein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580" y="4336085"/>
            <a:ext cx="4056277" cy="9253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7379" y="4436806"/>
            <a:ext cx="3354324" cy="6840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5240">
              <a:spcBef>
                <a:spcPts val="150"/>
              </a:spcBef>
            </a:pPr>
            <a:r>
              <a:rPr sz="4320" b="1" dirty="0">
                <a:solidFill>
                  <a:srgbClr val="092F2E"/>
                </a:solidFill>
                <a:latin typeface="Montserrat ExtraBold"/>
                <a:cs typeface="Montserrat ExtraBold"/>
              </a:rPr>
              <a:t>BIOGAS</a:t>
            </a:r>
            <a:r>
              <a:rPr sz="4320" b="1" spc="-6" dirty="0">
                <a:solidFill>
                  <a:srgbClr val="092F2E"/>
                </a:solidFill>
                <a:latin typeface="Montserrat ExtraBold"/>
                <a:cs typeface="Montserrat ExtraBold"/>
              </a:rPr>
              <a:t> </a:t>
            </a:r>
            <a:r>
              <a:rPr sz="4320" b="1" spc="-30" dirty="0">
                <a:solidFill>
                  <a:srgbClr val="092F2E"/>
                </a:solidFill>
                <a:latin typeface="Montserrat ExtraBold"/>
                <a:cs typeface="Montserrat ExtraBold"/>
              </a:rPr>
              <a:t>2.0</a:t>
            </a:r>
            <a:endParaRPr sz="4320" dirty="0">
              <a:latin typeface="Montserrat ExtraBold"/>
              <a:cs typeface="Montserrat Extra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6833" y="2595066"/>
            <a:ext cx="9345167" cy="426293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0"/>
            <a:ext cx="12192000" cy="6858000"/>
            <a:chOff x="0" y="0"/>
            <a:chExt cx="10160000" cy="5715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392" y="0"/>
              <a:ext cx="1816607" cy="9890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829555"/>
              <a:ext cx="848359" cy="885444"/>
            </a:xfrm>
            <a:prstGeom prst="rect">
              <a:avLst/>
            </a:prstGeom>
          </p:spPr>
        </p:pic>
      </p:grpSp>
      <p:sp>
        <p:nvSpPr>
          <p:cNvPr id="2" name="Untertitel 2">
            <a:extLst>
              <a:ext uri="{FF2B5EF4-FFF2-40B4-BE49-F238E27FC236}">
                <a16:creationId xmlns:a16="http://schemas.microsoft.com/office/drawing/2014/main" id="{B25AB242-8D2E-7F9C-A1BC-02EAB8856220}"/>
              </a:ext>
            </a:extLst>
          </p:cNvPr>
          <p:cNvSpPr txBox="1">
            <a:spLocks/>
          </p:cNvSpPr>
          <p:nvPr/>
        </p:nvSpPr>
        <p:spPr>
          <a:xfrm>
            <a:off x="1065580" y="5362178"/>
            <a:ext cx="4275649" cy="16939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1400" dirty="0">
                <a:solidFill>
                  <a:srgbClr val="369848"/>
                </a:solidFill>
                <a:latin typeface="Google Sans"/>
              </a:rPr>
              <a:t>1. Biogas-Fachtagung </a:t>
            </a:r>
            <a:endParaRPr lang="de-DE" sz="1400" dirty="0">
              <a:solidFill>
                <a:srgbClr val="1F1F1F"/>
              </a:solidFill>
              <a:latin typeface="Google San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1400" dirty="0">
                <a:solidFill>
                  <a:srgbClr val="1F1F1F"/>
                </a:solidFill>
                <a:latin typeface="Google Sans"/>
              </a:rPr>
              <a:t>13.03.24 in </a:t>
            </a:r>
            <a:r>
              <a:rPr lang="de-DE" sz="1400" dirty="0" err="1">
                <a:solidFill>
                  <a:srgbClr val="1F1F1F"/>
                </a:solidFill>
                <a:latin typeface="Google Sans"/>
              </a:rPr>
              <a:t>Bönebüttel</a:t>
            </a:r>
            <a:endParaRPr lang="de-DE" sz="1400" dirty="0">
              <a:solidFill>
                <a:srgbClr val="1F1F1F"/>
              </a:solidFill>
              <a:latin typeface="Google Sans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1400" dirty="0">
                <a:solidFill>
                  <a:srgbClr val="1F1F1F"/>
                </a:solidFill>
                <a:latin typeface="Google Sans"/>
              </a:rPr>
              <a:t>Olaf-Gerd Gemein, Impact Funding Europe GmbH, Kiel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1400" dirty="0" err="1">
                <a:solidFill>
                  <a:srgbClr val="1F1F1F"/>
                </a:solidFill>
                <a:latin typeface="Google Sans"/>
              </a:rPr>
              <a:t>www.impactfundingeurope.eu</a:t>
            </a:r>
            <a:endParaRPr lang="en-GB" sz="1400" dirty="0"/>
          </a:p>
        </p:txBody>
      </p:sp>
      <p:pic>
        <p:nvPicPr>
          <p:cNvPr id="10" name="Grafik 9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328D1A69-1B81-C5F8-7FA8-CA0F27F9D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070" y="6209130"/>
            <a:ext cx="1679206" cy="567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586C1F5B-F724-F526-3F91-9BEC7FF4DF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 err="1">
                <a:solidFill>
                  <a:srgbClr val="C70100"/>
                </a:solidFill>
                <a:latin typeface="arial" panose="020B0604020202020204" pitchFamily="34" charset="0"/>
              </a:rPr>
              <a:t>BioGas</a:t>
            </a:r>
            <a:r>
              <a:rPr lang="de-DE" b="1" dirty="0">
                <a:solidFill>
                  <a:srgbClr val="C70100"/>
                </a:solidFill>
                <a:latin typeface="arial" panose="020B0604020202020204" pitchFamily="34" charset="0"/>
              </a:rPr>
              <a:t> 2.0 </a:t>
            </a:r>
            <a:br>
              <a:rPr lang="de-DE" b="1" dirty="0">
                <a:solidFill>
                  <a:srgbClr val="C70100"/>
                </a:solidFill>
                <a:latin typeface="arial" panose="020B0604020202020204" pitchFamily="34" charset="0"/>
              </a:rPr>
            </a:br>
            <a:r>
              <a:rPr lang="de-DE" sz="2200" b="1" dirty="0">
                <a:solidFill>
                  <a:srgbClr val="C70100"/>
                </a:solidFill>
                <a:latin typeface="arial" panose="020B0604020202020204" pitchFamily="34" charset="0"/>
              </a:rPr>
              <a:t>Ertüchtigung und Strategien für </a:t>
            </a:r>
            <a:r>
              <a:rPr lang="de-DE" sz="2200" b="1" dirty="0" err="1">
                <a:solidFill>
                  <a:srgbClr val="C70100"/>
                </a:solidFill>
                <a:latin typeface="arial" panose="020B0604020202020204" pitchFamily="34" charset="0"/>
              </a:rPr>
              <a:t>BioGasAnlagen</a:t>
            </a:r>
            <a:br>
              <a:rPr lang="de-DE" dirty="0">
                <a:solidFill>
                  <a:srgbClr val="C70100"/>
                </a:solidFill>
                <a:latin typeface="arial" panose="020B0604020202020204" pitchFamily="34" charset="0"/>
              </a:rPr>
            </a:br>
            <a:endParaRPr lang="en-GB" dirty="0">
              <a:solidFill>
                <a:srgbClr val="C70100"/>
              </a:solidFill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47E80ACF-1483-D303-B1E7-BD2E29677C3B}"/>
              </a:ext>
            </a:extLst>
          </p:cNvPr>
          <p:cNvSpPr txBox="1">
            <a:spLocks/>
          </p:cNvSpPr>
          <p:nvPr/>
        </p:nvSpPr>
        <p:spPr>
          <a:xfrm>
            <a:off x="838199" y="1151681"/>
            <a:ext cx="10852231" cy="57063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de-DE" sz="3200" dirty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Steigerungen von </a:t>
            </a:r>
            <a:r>
              <a:rPr lang="de-DE" sz="3200" dirty="0">
                <a:solidFill>
                  <a:srgbClr val="C70100"/>
                </a:solidFill>
                <a:latin typeface="+mj-lt"/>
              </a:rPr>
              <a:t>25-100% </a:t>
            </a:r>
            <a:r>
              <a:rPr lang="de-DE" sz="3200" dirty="0">
                <a:solidFill>
                  <a:srgbClr val="000000"/>
                </a:solidFill>
                <a:latin typeface="+mj-lt"/>
              </a:rPr>
              <a:t>in der Gasausbeute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Reduktion von </a:t>
            </a:r>
            <a:r>
              <a:rPr lang="de-DE" sz="3200" dirty="0">
                <a:solidFill>
                  <a:srgbClr val="C70100"/>
                </a:solidFill>
                <a:latin typeface="+mj-lt"/>
              </a:rPr>
              <a:t>96% </a:t>
            </a:r>
            <a:r>
              <a:rPr lang="de-DE" sz="3200" dirty="0">
                <a:solidFill>
                  <a:srgbClr val="000000"/>
                </a:solidFill>
                <a:latin typeface="+mj-lt"/>
              </a:rPr>
              <a:t>der Methan-Emissionen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finanzielle Verbesserungen von </a:t>
            </a:r>
            <a:r>
              <a:rPr lang="de-DE" sz="3200" dirty="0">
                <a:solidFill>
                  <a:srgbClr val="C70100"/>
                </a:solidFill>
                <a:latin typeface="+mj-lt"/>
              </a:rPr>
              <a:t>25-40%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de-DE" sz="3200" dirty="0">
              <a:solidFill>
                <a:srgbClr val="C70100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sind aktuelle mögliche Ergebnisse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unserer Projektanträge in den Jahren 2023 und 2024</a:t>
            </a:r>
          </a:p>
        </p:txBody>
      </p:sp>
    </p:spTree>
    <p:extLst>
      <p:ext uri="{BB962C8B-B14F-4D97-AF65-F5344CB8AC3E}">
        <p14:creationId xmlns:p14="http://schemas.microsoft.com/office/powerpoint/2010/main" val="15696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586C1F5B-F724-F526-3F91-9BEC7FF4DF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 err="1">
                <a:solidFill>
                  <a:srgbClr val="C70100"/>
                </a:solidFill>
                <a:latin typeface="arial" panose="020B0604020202020204" pitchFamily="34" charset="0"/>
              </a:rPr>
              <a:t>BioGas</a:t>
            </a:r>
            <a:r>
              <a:rPr lang="de-DE" b="1" dirty="0">
                <a:solidFill>
                  <a:srgbClr val="C70100"/>
                </a:solidFill>
                <a:latin typeface="arial" panose="020B0604020202020204" pitchFamily="34" charset="0"/>
              </a:rPr>
              <a:t> 2.0 </a:t>
            </a:r>
            <a:br>
              <a:rPr lang="de-DE" b="1" dirty="0">
                <a:solidFill>
                  <a:srgbClr val="C70100"/>
                </a:solidFill>
                <a:latin typeface="arial" panose="020B0604020202020204" pitchFamily="34" charset="0"/>
              </a:rPr>
            </a:br>
            <a:r>
              <a:rPr lang="de-DE" sz="2200" b="1" dirty="0">
                <a:solidFill>
                  <a:srgbClr val="C70100"/>
                </a:solidFill>
                <a:latin typeface="arial" panose="020B0604020202020204" pitchFamily="34" charset="0"/>
              </a:rPr>
              <a:t>Ertüchtigung und Strategien für </a:t>
            </a:r>
            <a:r>
              <a:rPr lang="de-DE" sz="2200" b="1" dirty="0" err="1">
                <a:solidFill>
                  <a:srgbClr val="C70100"/>
                </a:solidFill>
                <a:latin typeface="arial" panose="020B0604020202020204" pitchFamily="34" charset="0"/>
              </a:rPr>
              <a:t>BioGasAnlagen</a:t>
            </a:r>
            <a:br>
              <a:rPr lang="de-DE" dirty="0">
                <a:solidFill>
                  <a:srgbClr val="C70100"/>
                </a:solidFill>
                <a:latin typeface="arial" panose="020B0604020202020204" pitchFamily="34" charset="0"/>
              </a:rPr>
            </a:br>
            <a:endParaRPr lang="en-GB" dirty="0">
              <a:solidFill>
                <a:srgbClr val="C70100"/>
              </a:solidFill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47E80ACF-1483-D303-B1E7-BD2E29677C3B}"/>
              </a:ext>
            </a:extLst>
          </p:cNvPr>
          <p:cNvSpPr txBox="1">
            <a:spLocks/>
          </p:cNvSpPr>
          <p:nvPr/>
        </p:nvSpPr>
        <p:spPr>
          <a:xfrm>
            <a:off x="838199" y="1151681"/>
            <a:ext cx="10852231" cy="57063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(Retro-fit Optionen)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de-DE" sz="900" dirty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ts val="3040"/>
              </a:lnSpc>
              <a:spcBef>
                <a:spcPts val="4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Steigerung der Leistung durch geschickte Prozesse und Vorbehandlung der Stoffe sowie deren Zuführung </a:t>
            </a:r>
          </a:p>
          <a:p>
            <a:pPr marL="0" indent="0">
              <a:lnSpc>
                <a:spcPts val="3040"/>
              </a:lnSpc>
              <a:spcBef>
                <a:spcPts val="4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Prozesssteuerung und digitale Echtzeit-Optimierung </a:t>
            </a:r>
          </a:p>
          <a:p>
            <a:pPr marL="0" indent="0">
              <a:lnSpc>
                <a:spcPts val="3040"/>
              </a:lnSpc>
              <a:spcBef>
                <a:spcPts val="4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Behandlung der Abwässer (massive Reduktion der Treibhausemissionen).</a:t>
            </a:r>
          </a:p>
          <a:p>
            <a:pPr marL="0" indent="0">
              <a:lnSpc>
                <a:spcPts val="304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Aufbereitung als Dünger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Zwischenspeicherung als grünes Öl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Einspeisung ins Gasnetz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DE" sz="3200" dirty="0">
                <a:solidFill>
                  <a:srgbClr val="000000"/>
                </a:solidFill>
                <a:latin typeface="+mj-lt"/>
              </a:rPr>
              <a:t>Wärmenutzung</a:t>
            </a:r>
          </a:p>
        </p:txBody>
      </p:sp>
    </p:spTree>
    <p:extLst>
      <p:ext uri="{BB962C8B-B14F-4D97-AF65-F5344CB8AC3E}">
        <p14:creationId xmlns:p14="http://schemas.microsoft.com/office/powerpoint/2010/main" val="11261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8AFCC9D-0CDC-D5D2-AD11-0E4D0DC6E3CD}"/>
              </a:ext>
            </a:extLst>
          </p:cNvPr>
          <p:cNvSpPr txBox="1"/>
          <p:nvPr/>
        </p:nvSpPr>
        <p:spPr>
          <a:xfrm>
            <a:off x="6487510" y="4229825"/>
            <a:ext cx="1280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Huntstown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3D9B44-9192-2A12-711D-B675495863B5}"/>
              </a:ext>
            </a:extLst>
          </p:cNvPr>
          <p:cNvSpPr txBox="1"/>
          <p:nvPr/>
        </p:nvSpPr>
        <p:spPr>
          <a:xfrm>
            <a:off x="1173893" y="5070901"/>
            <a:ext cx="3093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Buxtehude - </a:t>
            </a:r>
            <a:r>
              <a:rPr lang="en-GB" dirty="0" err="1"/>
              <a:t>BlueTec</a:t>
            </a:r>
            <a:r>
              <a:rPr lang="en-GB" dirty="0"/>
              <a:t> Campus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2EFEDEA-AC20-4CA6-17AC-5942C863EAE0}"/>
              </a:ext>
            </a:extLst>
          </p:cNvPr>
          <p:cNvSpPr txBox="1"/>
          <p:nvPr/>
        </p:nvSpPr>
        <p:spPr>
          <a:xfrm>
            <a:off x="1173893" y="4646306"/>
            <a:ext cx="311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Steyerberg</a:t>
            </a:r>
            <a:r>
              <a:rPr lang="en-GB" dirty="0"/>
              <a:t> – </a:t>
            </a:r>
            <a:r>
              <a:rPr lang="en-GB" dirty="0" err="1"/>
              <a:t>BlueTec</a:t>
            </a:r>
            <a:r>
              <a:rPr lang="en-GB" dirty="0"/>
              <a:t> Campus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0B18311-4AB7-B136-4A05-D916F1A6875C}"/>
              </a:ext>
            </a:extLst>
          </p:cNvPr>
          <p:cNvSpPr txBox="1"/>
          <p:nvPr/>
        </p:nvSpPr>
        <p:spPr>
          <a:xfrm>
            <a:off x="6493630" y="4676911"/>
            <a:ext cx="293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BBT – </a:t>
            </a:r>
            <a:r>
              <a:rPr lang="en-GB" dirty="0" err="1"/>
              <a:t>BioMethan</a:t>
            </a:r>
            <a:r>
              <a:rPr lang="en-GB" dirty="0"/>
              <a:t> Innovation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894627-FA7B-C882-5ED1-20FC576776A4}"/>
              </a:ext>
            </a:extLst>
          </p:cNvPr>
          <p:cNvSpPr txBox="1"/>
          <p:nvPr/>
        </p:nvSpPr>
        <p:spPr>
          <a:xfrm>
            <a:off x="6502841" y="5071504"/>
            <a:ext cx="232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GasGrün</a:t>
            </a:r>
            <a:r>
              <a:rPr lang="en-GB" dirty="0"/>
              <a:t> – </a:t>
            </a:r>
            <a:r>
              <a:rPr lang="en-GB" dirty="0" err="1"/>
              <a:t>Günes</a:t>
            </a:r>
            <a:r>
              <a:rPr lang="en-GB" dirty="0"/>
              <a:t> </a:t>
            </a:r>
            <a:r>
              <a:rPr lang="en-GB" dirty="0" err="1"/>
              <a:t>Öl</a:t>
            </a:r>
            <a:endParaRPr lang="en-GB" dirty="0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A3DE786-0827-74C1-7CB7-BEC61190B44D}"/>
              </a:ext>
            </a:extLst>
          </p:cNvPr>
          <p:cNvGrpSpPr/>
          <p:nvPr/>
        </p:nvGrpSpPr>
        <p:grpSpPr>
          <a:xfrm>
            <a:off x="8809487" y="4241607"/>
            <a:ext cx="2455010" cy="369332"/>
            <a:chOff x="8942189" y="4258845"/>
            <a:chExt cx="2455010" cy="369332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0E50F477-57B7-3FEE-1316-324769C899D8}"/>
                </a:ext>
              </a:extLst>
            </p:cNvPr>
            <p:cNvSpPr txBox="1"/>
            <p:nvPr/>
          </p:nvSpPr>
          <p:spPr>
            <a:xfrm>
              <a:off x="8942189" y="4258845"/>
              <a:ext cx="1382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Pannatopia</a:t>
              </a:r>
              <a:r>
                <a:rPr lang="en-GB" dirty="0"/>
                <a:t>,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C2C7153E-E4E6-0B68-3C2C-5D2398DD11BD}"/>
                </a:ext>
              </a:extLst>
            </p:cNvPr>
            <p:cNvSpPr txBox="1"/>
            <p:nvPr/>
          </p:nvSpPr>
          <p:spPr>
            <a:xfrm>
              <a:off x="10164169" y="4258845"/>
              <a:ext cx="1233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Linnof</a:t>
              </a:r>
              <a:r>
                <a:rPr lang="en-GB" dirty="0"/>
                <a:t> </a:t>
              </a:r>
              <a:r>
                <a:rPr lang="en-GB" dirty="0" err="1"/>
                <a:t>u.a.</a:t>
              </a:r>
              <a:endParaRPr lang="en-GB" dirty="0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1A1A4D2B-EB60-81C8-1B70-87ECD78CCF83}"/>
              </a:ext>
            </a:extLst>
          </p:cNvPr>
          <p:cNvSpPr txBox="1"/>
          <p:nvPr/>
        </p:nvSpPr>
        <p:spPr>
          <a:xfrm>
            <a:off x="6517125" y="710608"/>
            <a:ext cx="145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GreenEarthX</a:t>
            </a:r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D94F2D8-2302-91D6-B89F-F6F5199F0672}"/>
              </a:ext>
            </a:extLst>
          </p:cNvPr>
          <p:cNvSpPr txBox="1"/>
          <p:nvPr/>
        </p:nvSpPr>
        <p:spPr>
          <a:xfrm>
            <a:off x="6518913" y="1111813"/>
            <a:ext cx="351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EnergyCommunities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EasyGrid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886B8EB-539B-86DD-9D7C-D6D72E082F79}"/>
              </a:ext>
            </a:extLst>
          </p:cNvPr>
          <p:cNvSpPr txBox="1"/>
          <p:nvPr/>
        </p:nvSpPr>
        <p:spPr>
          <a:xfrm>
            <a:off x="1173893" y="5475487"/>
            <a:ext cx="331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EngeSande</a:t>
            </a:r>
            <a:r>
              <a:rPr lang="en-GB" dirty="0"/>
              <a:t> -</a:t>
            </a:r>
            <a:r>
              <a:rPr lang="en-GB" dirty="0" err="1"/>
              <a:t>GreenTEC</a:t>
            </a:r>
            <a:r>
              <a:rPr lang="en-GB" dirty="0"/>
              <a:t> Campus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89D290-F025-B845-FD35-169DC360D056}"/>
              </a:ext>
            </a:extLst>
          </p:cNvPr>
          <p:cNvSpPr txBox="1"/>
          <p:nvPr/>
        </p:nvSpPr>
        <p:spPr>
          <a:xfrm>
            <a:off x="1173893" y="1245909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AquaConsult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94784E8-E736-A600-B548-D37E7044B6CA}"/>
              </a:ext>
            </a:extLst>
          </p:cNvPr>
          <p:cNvSpPr txBox="1"/>
          <p:nvPr/>
        </p:nvSpPr>
        <p:spPr>
          <a:xfrm>
            <a:off x="1173893" y="1604255"/>
            <a:ext cx="150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H2 </a:t>
            </a:r>
            <a:r>
              <a:rPr lang="en-GB" dirty="0" err="1"/>
              <a:t>ThinkTank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1CA7669-2A36-31F1-6353-F1F68F890518}"/>
              </a:ext>
            </a:extLst>
          </p:cNvPr>
          <p:cNvSpPr txBox="1"/>
          <p:nvPr/>
        </p:nvSpPr>
        <p:spPr>
          <a:xfrm>
            <a:off x="6513219" y="2381034"/>
            <a:ext cx="1692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Datentreuhand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D3F34B-AF16-3746-77B3-90CEA8FCDA22}"/>
              </a:ext>
            </a:extLst>
          </p:cNvPr>
          <p:cNvSpPr txBox="1"/>
          <p:nvPr/>
        </p:nvSpPr>
        <p:spPr>
          <a:xfrm>
            <a:off x="6513219" y="2660915"/>
            <a:ext cx="72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Index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7DE915-72C6-625C-645F-DFC954AD1B5A}"/>
              </a:ext>
            </a:extLst>
          </p:cNvPr>
          <p:cNvSpPr txBox="1"/>
          <p:nvPr/>
        </p:nvSpPr>
        <p:spPr>
          <a:xfrm>
            <a:off x="1193771" y="59080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4C90167-2B60-955D-3FFE-7AF9A558420C}"/>
              </a:ext>
            </a:extLst>
          </p:cNvPr>
          <p:cNvSpPr txBox="1"/>
          <p:nvPr/>
        </p:nvSpPr>
        <p:spPr>
          <a:xfrm>
            <a:off x="1173893" y="2125627"/>
            <a:ext cx="1414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Fördermittel</a:t>
            </a:r>
            <a:endParaRPr lang="en-GB" dirty="0"/>
          </a:p>
          <a:p>
            <a:r>
              <a:rPr lang="en-GB" dirty="0"/>
              <a:t>Equity</a:t>
            </a:r>
          </a:p>
          <a:p>
            <a:r>
              <a:rPr lang="en-GB" dirty="0" err="1"/>
              <a:t>Darlehen</a:t>
            </a:r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F1F6F9B-144C-197A-2730-D869F0685859}"/>
              </a:ext>
            </a:extLst>
          </p:cNvPr>
          <p:cNvSpPr txBox="1"/>
          <p:nvPr/>
        </p:nvSpPr>
        <p:spPr>
          <a:xfrm>
            <a:off x="8828314" y="5048189"/>
            <a:ext cx="3037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mit</a:t>
            </a:r>
            <a:r>
              <a:rPr lang="en-GB" dirty="0"/>
              <a:t>  Uni Cottbus </a:t>
            </a:r>
            <a:r>
              <a:rPr lang="en-GB" dirty="0" err="1"/>
              <a:t>Senftleben</a:t>
            </a:r>
            <a:endParaRPr lang="en-GB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D13703F-5A05-4A0B-6BFB-1AF6B1A442BC}"/>
              </a:ext>
            </a:extLst>
          </p:cNvPr>
          <p:cNvSpPr txBox="1"/>
          <p:nvPr/>
        </p:nvSpPr>
        <p:spPr>
          <a:xfrm>
            <a:off x="7905851" y="4243553"/>
            <a:ext cx="103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Follower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2B96E8F-574A-C1BD-6D91-3322AE3DE88A}"/>
              </a:ext>
            </a:extLst>
          </p:cNvPr>
          <p:cNvSpPr txBox="1"/>
          <p:nvPr/>
        </p:nvSpPr>
        <p:spPr>
          <a:xfrm>
            <a:off x="6526101" y="1621174"/>
            <a:ext cx="440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LCM – </a:t>
            </a:r>
            <a:r>
              <a:rPr lang="en-GB" dirty="0" err="1"/>
              <a:t>Digitaler</a:t>
            </a:r>
            <a:r>
              <a:rPr lang="en-GB" dirty="0"/>
              <a:t> Zwilling für </a:t>
            </a:r>
            <a:r>
              <a:rPr lang="en-GB" dirty="0" err="1"/>
              <a:t>BioGas</a:t>
            </a:r>
            <a:r>
              <a:rPr lang="en-GB" dirty="0"/>
              <a:t> Anlagen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82355E0-ED13-53E6-F7F7-891FE299EAD1}"/>
              </a:ext>
            </a:extLst>
          </p:cNvPr>
          <p:cNvSpPr txBox="1"/>
          <p:nvPr/>
        </p:nvSpPr>
        <p:spPr>
          <a:xfrm>
            <a:off x="6513219" y="2110796"/>
            <a:ext cx="14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ISO Standard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7CDBF6C-B662-A722-70A1-AB7EF9474AC5}"/>
              </a:ext>
            </a:extLst>
          </p:cNvPr>
          <p:cNvSpPr txBox="1"/>
          <p:nvPr/>
        </p:nvSpPr>
        <p:spPr>
          <a:xfrm>
            <a:off x="1173893" y="4223814"/>
            <a:ext cx="190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EnergyValley</a:t>
            </a:r>
            <a:r>
              <a:rPr lang="en-GB" dirty="0"/>
              <a:t> - SH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949C584-D2A1-E91F-504F-D501E83FF580}"/>
              </a:ext>
            </a:extLst>
          </p:cNvPr>
          <p:cNvSpPr txBox="1"/>
          <p:nvPr/>
        </p:nvSpPr>
        <p:spPr>
          <a:xfrm>
            <a:off x="6492074" y="5893370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PipeLine</a:t>
            </a:r>
            <a:r>
              <a:rPr lang="en-GB" dirty="0"/>
              <a:t> Dublin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39FCDC0-909D-9952-BBCA-8E3632CCD275}"/>
              </a:ext>
            </a:extLst>
          </p:cNvPr>
          <p:cNvSpPr txBox="1"/>
          <p:nvPr/>
        </p:nvSpPr>
        <p:spPr>
          <a:xfrm>
            <a:off x="6502841" y="5467879"/>
            <a:ext cx="131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eFuels</a:t>
            </a:r>
            <a:r>
              <a:rPr lang="en-GB" dirty="0"/>
              <a:t> One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54031CC-16FF-0BD4-D1A8-DD0A5954F458}"/>
              </a:ext>
            </a:extLst>
          </p:cNvPr>
          <p:cNvSpPr txBox="1"/>
          <p:nvPr/>
        </p:nvSpPr>
        <p:spPr>
          <a:xfrm>
            <a:off x="1173893" y="740175"/>
            <a:ext cx="249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Impact Funding Europe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88A91A4-CF70-FE59-C66B-ED1C53942C34}"/>
              </a:ext>
            </a:extLst>
          </p:cNvPr>
          <p:cNvSpPr txBox="1"/>
          <p:nvPr/>
        </p:nvSpPr>
        <p:spPr>
          <a:xfrm>
            <a:off x="1173893" y="241126"/>
            <a:ext cx="262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Innovation und Funding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298C86E-45E7-B07E-2849-1C4AA39B1014}"/>
              </a:ext>
            </a:extLst>
          </p:cNvPr>
          <p:cNvSpPr txBox="1"/>
          <p:nvPr/>
        </p:nvSpPr>
        <p:spPr>
          <a:xfrm>
            <a:off x="6502515" y="238960"/>
            <a:ext cx="2123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Handel und Digital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0A03851-29E5-7410-DC59-E8FE6CF089DA}"/>
              </a:ext>
            </a:extLst>
          </p:cNvPr>
          <p:cNvSpPr txBox="1"/>
          <p:nvPr/>
        </p:nvSpPr>
        <p:spPr>
          <a:xfrm>
            <a:off x="1188672" y="3616163"/>
            <a:ext cx="2600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Cluster und </a:t>
            </a:r>
            <a:r>
              <a:rPr lang="en-GB" b="1" dirty="0" err="1">
                <a:solidFill>
                  <a:srgbClr val="FF0000"/>
                </a:solidFill>
              </a:rPr>
              <a:t>Technikum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088F039-BEBD-BBC1-EF62-E60AAFA621FE}"/>
              </a:ext>
            </a:extLst>
          </p:cNvPr>
          <p:cNvSpPr txBox="1"/>
          <p:nvPr/>
        </p:nvSpPr>
        <p:spPr>
          <a:xfrm>
            <a:off x="6466922" y="3606224"/>
            <a:ext cx="461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Technische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Innovationen</a:t>
            </a:r>
            <a:r>
              <a:rPr lang="en-GB" b="1" dirty="0">
                <a:solidFill>
                  <a:srgbClr val="FF0000"/>
                </a:solidFill>
              </a:rPr>
              <a:t> und </a:t>
            </a:r>
            <a:r>
              <a:rPr lang="en-GB" b="1" dirty="0" err="1">
                <a:solidFill>
                  <a:srgbClr val="FF0000"/>
                </a:solidFill>
              </a:rPr>
              <a:t>Infrastruktur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0" name="Eckige Klammer links/rechts 29">
            <a:extLst>
              <a:ext uri="{FF2B5EF4-FFF2-40B4-BE49-F238E27FC236}">
                <a16:creationId xmlns:a16="http://schemas.microsoft.com/office/drawing/2014/main" id="{02B3FF35-390D-575B-D165-08D8F6FE3EC7}"/>
              </a:ext>
            </a:extLst>
          </p:cNvPr>
          <p:cNvSpPr/>
          <p:nvPr/>
        </p:nvSpPr>
        <p:spPr>
          <a:xfrm>
            <a:off x="6023114" y="3437261"/>
            <a:ext cx="5675244" cy="3092749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Eckige Klammer links/rechts 30">
            <a:extLst>
              <a:ext uri="{FF2B5EF4-FFF2-40B4-BE49-F238E27FC236}">
                <a16:creationId xmlns:a16="http://schemas.microsoft.com/office/drawing/2014/main" id="{3FA9E6C7-DA41-0878-A1DD-59FDE968DE89}"/>
              </a:ext>
            </a:extLst>
          </p:cNvPr>
          <p:cNvSpPr/>
          <p:nvPr/>
        </p:nvSpPr>
        <p:spPr>
          <a:xfrm>
            <a:off x="655983" y="3501254"/>
            <a:ext cx="5029200" cy="302875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Eckige Klammer links/rechts 31">
            <a:extLst>
              <a:ext uri="{FF2B5EF4-FFF2-40B4-BE49-F238E27FC236}">
                <a16:creationId xmlns:a16="http://schemas.microsoft.com/office/drawing/2014/main" id="{7B3FAEC1-3C59-F5AB-86F8-4F5C732F9084}"/>
              </a:ext>
            </a:extLst>
          </p:cNvPr>
          <p:cNvSpPr/>
          <p:nvPr/>
        </p:nvSpPr>
        <p:spPr>
          <a:xfrm>
            <a:off x="6013176" y="101183"/>
            <a:ext cx="5675244" cy="3092749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Eckige Klammer links/rechts 32">
            <a:extLst>
              <a:ext uri="{FF2B5EF4-FFF2-40B4-BE49-F238E27FC236}">
                <a16:creationId xmlns:a16="http://schemas.microsoft.com/office/drawing/2014/main" id="{496F9DFA-C2E5-5C1E-BC7F-9431749CE959}"/>
              </a:ext>
            </a:extLst>
          </p:cNvPr>
          <p:cNvSpPr/>
          <p:nvPr/>
        </p:nvSpPr>
        <p:spPr>
          <a:xfrm>
            <a:off x="655983" y="154669"/>
            <a:ext cx="5015450" cy="30927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9A3E4E-1F3B-330E-8284-7C0CD0765BB5}"/>
              </a:ext>
            </a:extLst>
          </p:cNvPr>
          <p:cNvSpPr/>
          <p:nvPr/>
        </p:nvSpPr>
        <p:spPr>
          <a:xfrm>
            <a:off x="10780684" y="5747923"/>
            <a:ext cx="687289" cy="6954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F901D86-C6DF-D6B6-2E41-5CE596D5B171}"/>
              </a:ext>
            </a:extLst>
          </p:cNvPr>
          <p:cNvSpPr/>
          <p:nvPr/>
        </p:nvSpPr>
        <p:spPr>
          <a:xfrm>
            <a:off x="10780683" y="2410518"/>
            <a:ext cx="687290" cy="69634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391CEA-455E-EC91-32D4-A9A4335766DA}"/>
              </a:ext>
            </a:extLst>
          </p:cNvPr>
          <p:cNvSpPr/>
          <p:nvPr/>
        </p:nvSpPr>
        <p:spPr>
          <a:xfrm>
            <a:off x="4777811" y="5729865"/>
            <a:ext cx="721416" cy="6963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79D2AC-6E1C-7485-8416-1A608F5CA1BF}"/>
              </a:ext>
            </a:extLst>
          </p:cNvPr>
          <p:cNvSpPr/>
          <p:nvPr/>
        </p:nvSpPr>
        <p:spPr>
          <a:xfrm>
            <a:off x="4699533" y="2413396"/>
            <a:ext cx="721416" cy="6963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079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37CBEC8-15D0-C8C4-DF46-9B68CC251A8A}"/>
              </a:ext>
            </a:extLst>
          </p:cNvPr>
          <p:cNvGrpSpPr/>
          <p:nvPr/>
        </p:nvGrpSpPr>
        <p:grpSpPr>
          <a:xfrm>
            <a:off x="6023114" y="3437261"/>
            <a:ext cx="5675244" cy="3092749"/>
            <a:chOff x="6023114" y="3437261"/>
            <a:chExt cx="5675244" cy="3092749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E122DA9-9CFE-2F62-C374-7837BC7DBC26}"/>
                </a:ext>
              </a:extLst>
            </p:cNvPr>
            <p:cNvSpPr txBox="1"/>
            <p:nvPr/>
          </p:nvSpPr>
          <p:spPr>
            <a:xfrm>
              <a:off x="6487510" y="4229825"/>
              <a:ext cx="1280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Huntstown</a:t>
              </a:r>
              <a:endParaRPr lang="en-GB" dirty="0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D1D346BC-B641-010E-1DA8-5FFB0B09D963}"/>
                </a:ext>
              </a:extLst>
            </p:cNvPr>
            <p:cNvSpPr txBox="1"/>
            <p:nvPr/>
          </p:nvSpPr>
          <p:spPr>
            <a:xfrm>
              <a:off x="8942189" y="4247270"/>
              <a:ext cx="14336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Pannanonia</a:t>
              </a:r>
              <a:r>
                <a:rPr lang="en-GB" dirty="0"/>
                <a:t>,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FE3B10D8-079B-0F1F-1B73-9C67589E6C25}"/>
                </a:ext>
              </a:extLst>
            </p:cNvPr>
            <p:cNvSpPr txBox="1"/>
            <p:nvPr/>
          </p:nvSpPr>
          <p:spPr>
            <a:xfrm>
              <a:off x="6493630" y="4676911"/>
              <a:ext cx="15249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BalticBlueTec</a:t>
              </a:r>
              <a:endParaRPr lang="en-GB" dirty="0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2299F21-1ED3-FEA4-4F2E-97FA0C5A05D0}"/>
                </a:ext>
              </a:extLst>
            </p:cNvPr>
            <p:cNvSpPr txBox="1"/>
            <p:nvPr/>
          </p:nvSpPr>
          <p:spPr>
            <a:xfrm>
              <a:off x="6502841" y="5071504"/>
              <a:ext cx="1226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GasGrün</a:t>
              </a:r>
              <a:endParaRPr lang="en-GB" dirty="0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BB848D65-87D5-4B54-6EA8-7816792D6AB8}"/>
                </a:ext>
              </a:extLst>
            </p:cNvPr>
            <p:cNvSpPr txBox="1"/>
            <p:nvPr/>
          </p:nvSpPr>
          <p:spPr>
            <a:xfrm>
              <a:off x="10164169" y="4247270"/>
              <a:ext cx="1233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Linnof</a:t>
              </a:r>
              <a:r>
                <a:rPr lang="en-GB" dirty="0"/>
                <a:t> </a:t>
              </a:r>
              <a:r>
                <a:rPr lang="en-GB" dirty="0" err="1"/>
                <a:t>u.a.</a:t>
              </a:r>
              <a:endParaRPr lang="en-GB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3F402ED4-EB1C-6B38-5566-438F09B55551}"/>
                </a:ext>
              </a:extLst>
            </p:cNvPr>
            <p:cNvSpPr txBox="1"/>
            <p:nvPr/>
          </p:nvSpPr>
          <p:spPr>
            <a:xfrm>
              <a:off x="7909240" y="5048189"/>
              <a:ext cx="3650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mit</a:t>
              </a:r>
              <a:r>
                <a:rPr lang="en-GB" dirty="0"/>
                <a:t>               Uni Cottbus </a:t>
              </a:r>
              <a:r>
                <a:rPr lang="en-GB" dirty="0" err="1"/>
                <a:t>Senftleben</a:t>
              </a:r>
              <a:endParaRPr lang="en-GB" dirty="0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FD8D9A9-0D79-4A95-FCB4-7A8C949CD1C7}"/>
                </a:ext>
              </a:extLst>
            </p:cNvPr>
            <p:cNvSpPr txBox="1"/>
            <p:nvPr/>
          </p:nvSpPr>
          <p:spPr>
            <a:xfrm>
              <a:off x="7905851" y="4243553"/>
              <a:ext cx="10364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Follower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C683448-7D4A-4C32-D2B3-79D7DE554003}"/>
                </a:ext>
              </a:extLst>
            </p:cNvPr>
            <p:cNvSpPr txBox="1"/>
            <p:nvPr/>
          </p:nvSpPr>
          <p:spPr>
            <a:xfrm>
              <a:off x="6492074" y="5893370"/>
              <a:ext cx="2984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PipeLine</a:t>
              </a:r>
              <a:r>
                <a:rPr lang="en-GB" dirty="0"/>
                <a:t> Dublin, </a:t>
              </a:r>
              <a:r>
                <a:rPr lang="en-GB" dirty="0" err="1"/>
                <a:t>Tankstellen</a:t>
              </a:r>
              <a:endParaRPr lang="en-GB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541202D-DE1C-3AD1-037B-E4A15B0377A0}"/>
                </a:ext>
              </a:extLst>
            </p:cNvPr>
            <p:cNvSpPr txBox="1"/>
            <p:nvPr/>
          </p:nvSpPr>
          <p:spPr>
            <a:xfrm>
              <a:off x="6502841" y="5467879"/>
              <a:ext cx="1312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eFuels</a:t>
              </a:r>
              <a:r>
                <a:rPr lang="en-GB" dirty="0"/>
                <a:t> One</a:t>
              </a:r>
            </a:p>
          </p:txBody>
        </p:sp>
        <p:sp>
          <p:nvSpPr>
            <p:cNvPr id="13" name="Eckige Klammer links/rechts 12">
              <a:extLst>
                <a:ext uri="{FF2B5EF4-FFF2-40B4-BE49-F238E27FC236}">
                  <a16:creationId xmlns:a16="http://schemas.microsoft.com/office/drawing/2014/main" id="{E748382E-0330-F34A-FDF0-6835385B41A7}"/>
                </a:ext>
              </a:extLst>
            </p:cNvPr>
            <p:cNvSpPr/>
            <p:nvPr/>
          </p:nvSpPr>
          <p:spPr>
            <a:xfrm>
              <a:off x="6023114" y="3437261"/>
              <a:ext cx="5675244" cy="3092749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82D34ACC-5AF3-2606-B510-9F58CF9BCA8D}"/>
              </a:ext>
            </a:extLst>
          </p:cNvPr>
          <p:cNvSpPr/>
          <p:nvPr/>
        </p:nvSpPr>
        <p:spPr>
          <a:xfrm>
            <a:off x="4691921" y="2278504"/>
            <a:ext cx="1116742" cy="11504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/>
              <a:t>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0BEA6D-5961-34E2-255B-D4FAE4391546}"/>
              </a:ext>
            </a:extLst>
          </p:cNvPr>
          <p:cNvSpPr txBox="1"/>
          <p:nvPr/>
        </p:nvSpPr>
        <p:spPr>
          <a:xfrm>
            <a:off x="522233" y="600531"/>
            <a:ext cx="4469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err="1">
                <a:solidFill>
                  <a:srgbClr val="FF0000"/>
                </a:solidFill>
              </a:rPr>
              <a:t>Technische</a:t>
            </a:r>
            <a:r>
              <a:rPr lang="en-GB" sz="4000" b="1" dirty="0">
                <a:solidFill>
                  <a:srgbClr val="FF0000"/>
                </a:solidFill>
              </a:rPr>
              <a:t> </a:t>
            </a:r>
            <a:r>
              <a:rPr lang="en-GB" sz="4000" b="1" dirty="0" err="1">
                <a:solidFill>
                  <a:srgbClr val="FF0000"/>
                </a:solidFill>
              </a:rPr>
              <a:t>Innovationen</a:t>
            </a:r>
            <a:r>
              <a:rPr lang="en-GB" sz="4000" b="1" dirty="0">
                <a:solidFill>
                  <a:srgbClr val="FF0000"/>
                </a:solidFill>
              </a:rPr>
              <a:t> </a:t>
            </a:r>
          </a:p>
          <a:p>
            <a:r>
              <a:rPr lang="en-GB" sz="4000" b="1" dirty="0">
                <a:solidFill>
                  <a:srgbClr val="FF0000"/>
                </a:solidFill>
              </a:rPr>
              <a:t>und </a:t>
            </a:r>
            <a:r>
              <a:rPr lang="en-GB" sz="4000" b="1" dirty="0" err="1">
                <a:solidFill>
                  <a:srgbClr val="FF0000"/>
                </a:solidFill>
              </a:rPr>
              <a:t>Infrastruktur</a:t>
            </a:r>
            <a:endParaRPr lang="en-GB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71A960D-2CFC-8844-AD25-B4D6061805B9}"/>
              </a:ext>
            </a:extLst>
          </p:cNvPr>
          <p:cNvSpPr txBox="1"/>
          <p:nvPr/>
        </p:nvSpPr>
        <p:spPr>
          <a:xfrm>
            <a:off x="3416618" y="6179749"/>
            <a:ext cx="208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Huntstown</a:t>
            </a:r>
            <a:r>
              <a:rPr lang="en-GB" dirty="0"/>
              <a:t>, Ireland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AE25441-D4EF-89E9-6E51-7FDD7C350A63}"/>
              </a:ext>
            </a:extLst>
          </p:cNvPr>
          <p:cNvSpPr txBox="1"/>
          <p:nvPr/>
        </p:nvSpPr>
        <p:spPr>
          <a:xfrm>
            <a:off x="5971032" y="3613668"/>
            <a:ext cx="461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Technische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Innovationen</a:t>
            </a:r>
            <a:r>
              <a:rPr lang="en-GB" b="1" dirty="0">
                <a:solidFill>
                  <a:srgbClr val="FF0000"/>
                </a:solidFill>
              </a:rPr>
              <a:t> und </a:t>
            </a:r>
            <a:r>
              <a:rPr lang="en-GB" b="1" dirty="0" err="1">
                <a:solidFill>
                  <a:srgbClr val="FF0000"/>
                </a:solidFill>
              </a:rPr>
              <a:t>Infrastruktur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Eckige Klammer links/rechts 3">
            <a:extLst>
              <a:ext uri="{FF2B5EF4-FFF2-40B4-BE49-F238E27FC236}">
                <a16:creationId xmlns:a16="http://schemas.microsoft.com/office/drawing/2014/main" id="{EF01C00C-AE8B-BD4C-22AF-5125DDA076CD}"/>
              </a:ext>
            </a:extLst>
          </p:cNvPr>
          <p:cNvSpPr/>
          <p:nvPr/>
        </p:nvSpPr>
        <p:spPr>
          <a:xfrm>
            <a:off x="506628" y="308919"/>
            <a:ext cx="10713060" cy="6221091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fik 4" descr="Ein Bild, das Himmel, draußen, Wolke, Gebäude enthält.&#10;&#10;Automatisch generierte Beschreibung">
            <a:extLst>
              <a:ext uri="{FF2B5EF4-FFF2-40B4-BE49-F238E27FC236}">
                <a16:creationId xmlns:a16="http://schemas.microsoft.com/office/drawing/2014/main" id="{20984603-EFE7-7FCC-15CC-AF4653787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1" y="3606224"/>
            <a:ext cx="4417487" cy="24848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CDFEE76-1C92-3FF4-9E7D-9D74F4BB9729}"/>
              </a:ext>
            </a:extLst>
          </p:cNvPr>
          <p:cNvSpPr txBox="1"/>
          <p:nvPr/>
        </p:nvSpPr>
        <p:spPr>
          <a:xfrm>
            <a:off x="3214116" y="3059668"/>
            <a:ext cx="2675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Pannonia </a:t>
            </a:r>
            <a:r>
              <a:rPr lang="de-DE" dirty="0">
                <a:solidFill>
                  <a:srgbClr val="000000"/>
                </a:solidFill>
                <a:latin typeface="Google Sans"/>
              </a:rPr>
              <a:t>B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io</a:t>
            </a:r>
            <a:r>
              <a:rPr lang="de-DE" dirty="0">
                <a:solidFill>
                  <a:srgbClr val="000000"/>
                </a:solidFill>
                <a:latin typeface="Google Sans"/>
              </a:rPr>
              <a:t>, </a:t>
            </a:r>
            <a:r>
              <a:rPr lang="de-DE" dirty="0" err="1">
                <a:solidFill>
                  <a:srgbClr val="000000"/>
                </a:solidFill>
                <a:latin typeface="Google Sans"/>
              </a:rPr>
              <a:t>Slowenia</a:t>
            </a:r>
            <a:endParaRPr lang="en-GB" dirty="0"/>
          </a:p>
        </p:txBody>
      </p:sp>
      <p:pic>
        <p:nvPicPr>
          <p:cNvPr id="7" name="Grafik 6" descr="Ein Bild, das Luftfotografie, Luftbild, draußen, Vogelperspektive enthält.&#10;&#10;Automatisch generierte Beschreibung">
            <a:extLst>
              <a:ext uri="{FF2B5EF4-FFF2-40B4-BE49-F238E27FC236}">
                <a16:creationId xmlns:a16="http://schemas.microsoft.com/office/drawing/2014/main" id="{465EA263-6E77-8E18-AA90-21719953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953" y="462658"/>
            <a:ext cx="4417487" cy="2597009"/>
          </a:xfrm>
          <a:prstGeom prst="rect">
            <a:avLst/>
          </a:prstGeom>
        </p:spPr>
      </p:pic>
      <p:pic>
        <p:nvPicPr>
          <p:cNvPr id="8" name="Grafik 7" descr="Ein Bild, das Gras, Luftfotografie, draußen, Baum enthält.&#10;&#10;Automatisch generierte Beschreibung">
            <a:extLst>
              <a:ext uri="{FF2B5EF4-FFF2-40B4-BE49-F238E27FC236}">
                <a16:creationId xmlns:a16="http://schemas.microsoft.com/office/drawing/2014/main" id="{C8991825-4ACE-ADDF-FD9C-C247D55EF7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9000"/>
                    </a14:imgEffect>
                    <a14:imgEffect>
                      <a14:colorTemperature colorTemp="4992"/>
                    </a14:imgEffect>
                    <a14:imgEffect>
                      <a14:saturation sat="196000"/>
                    </a14:imgEffect>
                    <a14:imgEffect>
                      <a14:brightnessContrast bright="15000" contras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1032" y="456116"/>
            <a:ext cx="4612609" cy="260355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24538D7-3058-4591-42BB-4835C6044A4E}"/>
              </a:ext>
            </a:extLst>
          </p:cNvPr>
          <p:cNvSpPr txBox="1"/>
          <p:nvPr/>
        </p:nvSpPr>
        <p:spPr>
          <a:xfrm>
            <a:off x="7804833" y="3067110"/>
            <a:ext cx="264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Buxtehude, Deutschland</a:t>
            </a:r>
          </a:p>
        </p:txBody>
      </p:sp>
    </p:spTree>
    <p:extLst>
      <p:ext uri="{BB962C8B-B14F-4D97-AF65-F5344CB8AC3E}">
        <p14:creationId xmlns:p14="http://schemas.microsoft.com/office/powerpoint/2010/main" val="197470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18 -0.37084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75823"/>
            <a:ext cx="12192000" cy="55821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08" y="1673352"/>
            <a:ext cx="1934869" cy="1356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337" y="2888131"/>
            <a:ext cx="206425" cy="1385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9644" y="2888131"/>
            <a:ext cx="206425" cy="1385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" y="2924252"/>
            <a:ext cx="3425951" cy="29919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49379" y="4723791"/>
            <a:ext cx="12192000" cy="21342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9729" y="5063948"/>
            <a:ext cx="405992" cy="1572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43626" y="5063948"/>
            <a:ext cx="405992" cy="1572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7523" y="5063948"/>
            <a:ext cx="2472536" cy="1572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03775" y="2488997"/>
            <a:ext cx="1565452" cy="296265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39171" y="5667189"/>
            <a:ext cx="2024735" cy="4031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118110" algn="r">
              <a:spcBef>
                <a:spcPts val="120"/>
              </a:spcBef>
            </a:pP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Intermittent</a:t>
            </a:r>
            <a:r>
              <a:rPr sz="1260" spc="6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/</a:t>
            </a:r>
            <a:r>
              <a:rPr sz="1260" spc="7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pulse</a:t>
            </a:r>
            <a:r>
              <a:rPr sz="126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spc="-12" dirty="0">
                <a:solidFill>
                  <a:srgbClr val="093330"/>
                </a:solidFill>
                <a:latin typeface="Inter"/>
                <a:cs typeface="Inter"/>
              </a:rPr>
              <a:t>Feeding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every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48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hours</a:t>
            </a:r>
            <a:r>
              <a:rPr sz="126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20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%</a:t>
            </a:r>
            <a:r>
              <a:rPr sz="126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spc="-12" dirty="0">
                <a:solidFill>
                  <a:srgbClr val="093330"/>
                </a:solidFill>
                <a:latin typeface="Inter"/>
                <a:cs typeface="Inter"/>
              </a:rPr>
              <a:t>increase</a:t>
            </a:r>
            <a:endParaRPr sz="126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6952" y="2073924"/>
            <a:ext cx="1561794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Vortex</a:t>
            </a:r>
            <a:r>
              <a:rPr sz="1200" spc="11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Cavitation</a:t>
            </a:r>
            <a:r>
              <a:rPr sz="1200" spc="10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30" dirty="0">
                <a:solidFill>
                  <a:srgbClr val="093330"/>
                </a:solidFill>
                <a:latin typeface="Inter"/>
                <a:cs typeface="Inter"/>
              </a:rPr>
              <a:t>10%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 increase,</a:t>
            </a:r>
            <a:r>
              <a:rPr sz="120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improved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mixing</a:t>
            </a:r>
            <a:r>
              <a:rPr sz="120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and</a:t>
            </a:r>
            <a:r>
              <a:rPr sz="120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pumping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7052" y="4322051"/>
            <a:ext cx="1875601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228600">
              <a:spcBef>
                <a:spcPts val="120"/>
              </a:spcBef>
            </a:pP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Two</a:t>
            </a:r>
            <a:r>
              <a:rPr sz="1200" spc="2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phase</a:t>
            </a:r>
            <a:r>
              <a:rPr sz="1200" spc="1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anaerobic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digestion,</a:t>
            </a:r>
            <a:r>
              <a:rPr sz="120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2nd</a:t>
            </a:r>
            <a:r>
              <a:rPr sz="120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digester</a:t>
            </a:r>
            <a:endParaRPr sz="1200" dirty="0">
              <a:latin typeface="Inter"/>
              <a:cs typeface="Inter"/>
            </a:endParaRPr>
          </a:p>
          <a:p>
            <a:pPr marL="15240"/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&gt;10-15%</a:t>
            </a:r>
            <a:r>
              <a:rPr sz="1200" spc="17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througput</a:t>
            </a:r>
            <a:r>
              <a:rPr sz="1200" spc="19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volume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95425" y="1256451"/>
            <a:ext cx="786384" cy="1815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1080" dirty="0">
                <a:solidFill>
                  <a:srgbClr val="093330"/>
                </a:solidFill>
                <a:latin typeface="Inter"/>
                <a:cs typeface="Inter"/>
              </a:rPr>
              <a:t>Biogas</a:t>
            </a:r>
            <a:r>
              <a:rPr sz="1080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spc="-12" dirty="0">
                <a:solidFill>
                  <a:srgbClr val="093330"/>
                </a:solidFill>
                <a:latin typeface="Inter"/>
                <a:cs typeface="Inter"/>
              </a:rPr>
              <a:t>outlet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40059" y="2522119"/>
            <a:ext cx="1541862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478" marR="6096" algn="ctr">
              <a:spcBef>
                <a:spcPts val="120"/>
              </a:spcBef>
            </a:pP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Cristobalite</a:t>
            </a:r>
            <a:r>
              <a:rPr sz="1200" spc="15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biofilter</a:t>
            </a:r>
            <a:r>
              <a:rPr sz="1200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and</a:t>
            </a:r>
            <a:r>
              <a:rPr sz="1200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marine</a:t>
            </a:r>
            <a:r>
              <a:rPr sz="1200" spc="6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algae</a:t>
            </a:r>
            <a:r>
              <a:rPr sz="1200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24" dirty="0">
                <a:solidFill>
                  <a:srgbClr val="093330"/>
                </a:solidFill>
                <a:latin typeface="Inter"/>
                <a:cs typeface="Inter"/>
              </a:rPr>
              <a:t>90+%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reductions</a:t>
            </a:r>
            <a:r>
              <a:rPr sz="1200" spc="9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COD,N,P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43583" y="5765136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1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1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9" name="object 19"/>
          <p:cNvSpPr txBox="1"/>
          <p:nvPr/>
        </p:nvSpPr>
        <p:spPr>
          <a:xfrm>
            <a:off x="1264617" y="5725705"/>
            <a:ext cx="384652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#1.2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99332" y="2103750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1" name="object 21"/>
          <p:cNvSpPr txBox="1"/>
          <p:nvPr/>
        </p:nvSpPr>
        <p:spPr>
          <a:xfrm>
            <a:off x="2425116" y="2084807"/>
            <a:ext cx="401990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#1.</a:t>
            </a:r>
            <a:r>
              <a:rPr lang="de-DE"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1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7011" y="1021855"/>
            <a:ext cx="1235972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440" dirty="0">
                <a:solidFill>
                  <a:srgbClr val="093330"/>
                </a:solidFill>
                <a:latin typeface="Inter"/>
                <a:cs typeface="Inter"/>
              </a:rPr>
              <a:t>Additives</a:t>
            </a:r>
            <a:r>
              <a:rPr sz="1440" spc="7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440" dirty="0">
                <a:solidFill>
                  <a:srgbClr val="093330"/>
                </a:solidFill>
                <a:latin typeface="Inter"/>
                <a:cs typeface="Inter"/>
              </a:rPr>
              <a:t>80%</a:t>
            </a:r>
            <a:r>
              <a:rPr sz="144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440" spc="-30" dirty="0">
                <a:solidFill>
                  <a:srgbClr val="093330"/>
                </a:solidFill>
                <a:latin typeface="Inter"/>
                <a:cs typeface="Inter"/>
              </a:rPr>
              <a:t>GHG</a:t>
            </a:r>
            <a:r>
              <a:rPr sz="1440" spc="-12" dirty="0">
                <a:solidFill>
                  <a:srgbClr val="093330"/>
                </a:solidFill>
                <a:latin typeface="Inter"/>
                <a:cs typeface="Inter"/>
              </a:rPr>
              <a:t> reduction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99332" y="1083455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40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4" name="object 24"/>
          <p:cNvSpPr txBox="1"/>
          <p:nvPr/>
        </p:nvSpPr>
        <p:spPr>
          <a:xfrm>
            <a:off x="2436687" y="1065762"/>
            <a:ext cx="348980" cy="2231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#2.2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25204" y="2214034"/>
            <a:ext cx="1352848" cy="4216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320" spc="-12" dirty="0">
                <a:solidFill>
                  <a:srgbClr val="093330"/>
                </a:solidFill>
                <a:latin typeface="Inter"/>
                <a:cs typeface="Inter"/>
              </a:rPr>
              <a:t>Additives </a:t>
            </a:r>
            <a:r>
              <a:rPr sz="1320" dirty="0">
                <a:solidFill>
                  <a:srgbClr val="093330"/>
                </a:solidFill>
                <a:latin typeface="Inter"/>
                <a:cs typeface="Inter"/>
              </a:rPr>
              <a:t>80%</a:t>
            </a:r>
            <a:r>
              <a:rPr sz="132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320" spc="-30" dirty="0">
                <a:solidFill>
                  <a:srgbClr val="093330"/>
                </a:solidFill>
                <a:latin typeface="Inter"/>
                <a:cs typeface="Inter"/>
              </a:rPr>
              <a:t>GHG</a:t>
            </a:r>
            <a:endParaRPr sz="1320" dirty="0">
              <a:latin typeface="Inter"/>
              <a:cs typeface="Inter"/>
            </a:endParaRPr>
          </a:p>
          <a:p>
            <a:pPr marL="15240"/>
            <a:r>
              <a:rPr sz="1320" spc="-12" dirty="0">
                <a:solidFill>
                  <a:srgbClr val="093330"/>
                </a:solidFill>
                <a:latin typeface="Inter"/>
                <a:cs typeface="Inter"/>
              </a:rPr>
              <a:t>reduction</a:t>
            </a:r>
            <a:endParaRPr sz="1320" dirty="0">
              <a:latin typeface="Inter"/>
              <a:cs typeface="Inter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87714" y="2245908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7" name="object 27"/>
          <p:cNvSpPr txBox="1"/>
          <p:nvPr/>
        </p:nvSpPr>
        <p:spPr>
          <a:xfrm>
            <a:off x="8214719" y="2219244"/>
            <a:ext cx="418800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#2.2</a:t>
            </a:r>
            <a:endParaRPr sz="1500" dirty="0">
              <a:latin typeface="Bebas Neue Pro"/>
              <a:cs typeface="Bebas Neue Pro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08279" y="2994056"/>
            <a:ext cx="1561794" cy="244327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17121" y="3766714"/>
            <a:ext cx="1561780" cy="168981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27674" y="1735532"/>
            <a:ext cx="1565452" cy="371612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5158" y="4208068"/>
            <a:ext cx="1856842" cy="101315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19897" y="4149547"/>
            <a:ext cx="1949500" cy="1294789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4418656" y="3738994"/>
            <a:ext cx="966216" cy="306324"/>
          </a:xfrm>
          <a:custGeom>
            <a:avLst/>
            <a:gdLst/>
            <a:ahLst/>
            <a:cxnLst/>
            <a:rect l="l" t="t" r="r" b="b"/>
            <a:pathLst>
              <a:path w="805179" h="255270">
                <a:moveTo>
                  <a:pt x="766711" y="0"/>
                </a:moveTo>
                <a:lnTo>
                  <a:pt x="38099" y="0"/>
                </a:lnTo>
                <a:lnTo>
                  <a:pt x="23268" y="2995"/>
                </a:lnTo>
                <a:lnTo>
                  <a:pt x="11158" y="11163"/>
                </a:lnTo>
                <a:lnTo>
                  <a:pt x="2993" y="23274"/>
                </a:lnTo>
                <a:lnTo>
                  <a:pt x="0" y="38099"/>
                </a:lnTo>
                <a:lnTo>
                  <a:pt x="0" y="216573"/>
                </a:lnTo>
                <a:lnTo>
                  <a:pt x="2993" y="231404"/>
                </a:lnTo>
                <a:lnTo>
                  <a:pt x="11158" y="243514"/>
                </a:lnTo>
                <a:lnTo>
                  <a:pt x="23268" y="251679"/>
                </a:lnTo>
                <a:lnTo>
                  <a:pt x="38099" y="254673"/>
                </a:lnTo>
                <a:lnTo>
                  <a:pt x="766711" y="254673"/>
                </a:lnTo>
                <a:lnTo>
                  <a:pt x="781542" y="251679"/>
                </a:lnTo>
                <a:lnTo>
                  <a:pt x="793653" y="243514"/>
                </a:lnTo>
                <a:lnTo>
                  <a:pt x="801817" y="231404"/>
                </a:lnTo>
                <a:lnTo>
                  <a:pt x="804811" y="216573"/>
                </a:lnTo>
                <a:lnTo>
                  <a:pt x="804811" y="38099"/>
                </a:lnTo>
                <a:lnTo>
                  <a:pt x="801817" y="23274"/>
                </a:lnTo>
                <a:lnTo>
                  <a:pt x="793653" y="11163"/>
                </a:lnTo>
                <a:lnTo>
                  <a:pt x="781542" y="2995"/>
                </a:lnTo>
                <a:lnTo>
                  <a:pt x="766711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40" name="object 40"/>
          <p:cNvSpPr txBox="1"/>
          <p:nvPr/>
        </p:nvSpPr>
        <p:spPr>
          <a:xfrm>
            <a:off x="4435733" y="3810596"/>
            <a:ext cx="858774" cy="1631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algn="ctr">
              <a:spcBef>
                <a:spcPts val="120"/>
              </a:spcBef>
            </a:pPr>
            <a:r>
              <a:rPr sz="960" b="1" dirty="0" err="1">
                <a:solidFill>
                  <a:srgbClr val="092F2E"/>
                </a:solidFill>
                <a:latin typeface="Inter"/>
                <a:cs typeface="Inter"/>
              </a:rPr>
              <a:t>Digєstєr</a:t>
            </a:r>
            <a:r>
              <a:rPr sz="960" b="1" spc="-36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12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612696" y="3760734"/>
            <a:ext cx="1097280" cy="306324"/>
          </a:xfrm>
          <a:custGeom>
            <a:avLst/>
            <a:gdLst/>
            <a:ahLst/>
            <a:cxnLst/>
            <a:rect l="l" t="t" r="r" b="b"/>
            <a:pathLst>
              <a:path w="914400" h="255270">
                <a:moveTo>
                  <a:pt x="873785" y="0"/>
                </a:moveTo>
                <a:lnTo>
                  <a:pt x="40601" y="0"/>
                </a:lnTo>
                <a:lnTo>
                  <a:pt x="24795" y="3192"/>
                </a:lnTo>
                <a:lnTo>
                  <a:pt x="11890" y="11896"/>
                </a:lnTo>
                <a:lnTo>
                  <a:pt x="3190" y="24806"/>
                </a:lnTo>
                <a:lnTo>
                  <a:pt x="0" y="40614"/>
                </a:lnTo>
                <a:lnTo>
                  <a:pt x="0" y="214058"/>
                </a:lnTo>
                <a:lnTo>
                  <a:pt x="3190" y="229866"/>
                </a:lnTo>
                <a:lnTo>
                  <a:pt x="11890" y="242776"/>
                </a:lnTo>
                <a:lnTo>
                  <a:pt x="24795" y="251481"/>
                </a:lnTo>
                <a:lnTo>
                  <a:pt x="40601" y="254673"/>
                </a:lnTo>
                <a:lnTo>
                  <a:pt x="873785" y="254673"/>
                </a:lnTo>
                <a:lnTo>
                  <a:pt x="889593" y="251481"/>
                </a:lnTo>
                <a:lnTo>
                  <a:pt x="902503" y="242776"/>
                </a:lnTo>
                <a:lnTo>
                  <a:pt x="911207" y="229866"/>
                </a:lnTo>
                <a:lnTo>
                  <a:pt x="914399" y="214058"/>
                </a:lnTo>
                <a:lnTo>
                  <a:pt x="914399" y="40614"/>
                </a:lnTo>
                <a:lnTo>
                  <a:pt x="911207" y="24806"/>
                </a:lnTo>
                <a:lnTo>
                  <a:pt x="902503" y="11896"/>
                </a:lnTo>
                <a:lnTo>
                  <a:pt x="889593" y="3192"/>
                </a:lnTo>
                <a:lnTo>
                  <a:pt x="873785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 sz="2160" dirty="0"/>
          </a:p>
        </p:txBody>
      </p:sp>
      <p:sp>
        <p:nvSpPr>
          <p:cNvPr id="42" name="object 42"/>
          <p:cNvSpPr txBox="1"/>
          <p:nvPr/>
        </p:nvSpPr>
        <p:spPr>
          <a:xfrm>
            <a:off x="2675915" y="3810596"/>
            <a:ext cx="971550" cy="1631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algn="ctr">
              <a:spcBef>
                <a:spcPts val="120"/>
              </a:spcBef>
            </a:pPr>
            <a:r>
              <a:rPr sz="960" b="1" spc="-12" dirty="0" err="1">
                <a:solidFill>
                  <a:srgbClr val="092F2E"/>
                </a:solidFill>
                <a:latin typeface="Inter"/>
                <a:cs typeface="Inter"/>
              </a:rPr>
              <a:t>Fєєdstoc</a:t>
            </a:r>
            <a:r>
              <a:rPr lang="de-DE" sz="960" b="1" spc="-12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r>
              <a:rPr sz="960" b="1" spc="-6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spc="-24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24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645521" y="1663313"/>
            <a:ext cx="6360414" cy="2545842"/>
            <a:chOff x="3871267" y="1386094"/>
            <a:chExt cx="5300345" cy="2121535"/>
          </a:xfrm>
        </p:grpSpPr>
        <p:sp>
          <p:nvSpPr>
            <p:cNvPr id="45" name="object 45"/>
            <p:cNvSpPr/>
            <p:nvPr/>
          </p:nvSpPr>
          <p:spPr>
            <a:xfrm>
              <a:off x="3877617" y="1392444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4" name="object 44"/>
            <p:cNvSpPr/>
            <p:nvPr/>
          </p:nvSpPr>
          <p:spPr>
            <a:xfrm>
              <a:off x="9165010" y="2669591"/>
              <a:ext cx="0" cy="831215"/>
            </a:xfrm>
            <a:custGeom>
              <a:avLst/>
              <a:gdLst/>
              <a:ahLst/>
              <a:cxnLst/>
              <a:rect l="l" t="t" r="r" b="b"/>
              <a:pathLst>
                <a:path h="831214">
                  <a:moveTo>
                    <a:pt x="0" y="0"/>
                  </a:moveTo>
                  <a:lnTo>
                    <a:pt x="0" y="831215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724940" y="1722433"/>
            <a:ext cx="771144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2286">
              <a:spcBef>
                <a:spcPts val="120"/>
              </a:spcBef>
            </a:pPr>
            <a:r>
              <a:rPr sz="1080" spc="-12" dirty="0">
                <a:solidFill>
                  <a:srgbClr val="093330"/>
                </a:solidFill>
                <a:latin typeface="Inter"/>
                <a:cs typeface="Inter"/>
              </a:rPr>
              <a:t>Temperature </a:t>
            </a:r>
            <a:r>
              <a:rPr sz="1080" dirty="0">
                <a:solidFill>
                  <a:srgbClr val="093330"/>
                </a:solidFill>
                <a:latin typeface="Inter"/>
                <a:cs typeface="Inter"/>
              </a:rPr>
              <a:t>Pressure,</a:t>
            </a:r>
            <a:r>
              <a:rPr sz="1080" spc="137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spc="-30" dirty="0">
                <a:solidFill>
                  <a:srgbClr val="093330"/>
                </a:solidFill>
                <a:latin typeface="Inter"/>
                <a:cs typeface="Inter"/>
              </a:rPr>
              <a:t>PH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02720" y="908521"/>
            <a:ext cx="2397252" cy="1589532"/>
            <a:chOff x="4252267" y="757101"/>
            <a:chExt cx="1997710" cy="1324610"/>
          </a:xfrm>
        </p:grpSpPr>
        <p:sp>
          <p:nvSpPr>
            <p:cNvPr id="48" name="object 48"/>
            <p:cNvSpPr/>
            <p:nvPr/>
          </p:nvSpPr>
          <p:spPr>
            <a:xfrm>
              <a:off x="4258617" y="1773444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586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481194" y="763451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649230" y="967651"/>
            <a:ext cx="771144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2286">
              <a:spcBef>
                <a:spcPts val="120"/>
              </a:spcBef>
            </a:pPr>
            <a:r>
              <a:rPr sz="1080" spc="-12" dirty="0">
                <a:solidFill>
                  <a:srgbClr val="093330"/>
                </a:solidFill>
                <a:latin typeface="Inter"/>
                <a:cs typeface="Inter"/>
              </a:rPr>
              <a:t>Temperature </a:t>
            </a:r>
            <a:r>
              <a:rPr sz="1080" dirty="0">
                <a:solidFill>
                  <a:srgbClr val="093330"/>
                </a:solidFill>
                <a:latin typeface="Inter"/>
                <a:cs typeface="Inter"/>
              </a:rPr>
              <a:t>Pressure,</a:t>
            </a:r>
            <a:r>
              <a:rPr sz="1080" spc="137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spc="-30" dirty="0">
                <a:solidFill>
                  <a:srgbClr val="093330"/>
                </a:solidFill>
                <a:latin typeface="Inter"/>
                <a:cs typeface="Inter"/>
              </a:rPr>
              <a:t>PH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319507" y="1177544"/>
            <a:ext cx="5459730" cy="2935224"/>
            <a:chOff x="5266255" y="981287"/>
            <a:chExt cx="4549775" cy="2446020"/>
          </a:xfrm>
        </p:grpSpPr>
        <p:sp>
          <p:nvSpPr>
            <p:cNvPr id="52" name="object 52"/>
            <p:cNvSpPr/>
            <p:nvPr/>
          </p:nvSpPr>
          <p:spPr>
            <a:xfrm>
              <a:off x="5862194" y="1144451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586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509411" y="987637"/>
              <a:ext cx="795655" cy="292100"/>
            </a:xfrm>
            <a:custGeom>
              <a:avLst/>
              <a:gdLst/>
              <a:ahLst/>
              <a:cxnLst/>
              <a:rect l="l" t="t" r="r" b="b"/>
              <a:pathLst>
                <a:path w="795654" h="292100">
                  <a:moveTo>
                    <a:pt x="731837" y="292100"/>
                  </a:moveTo>
                  <a:lnTo>
                    <a:pt x="63500" y="292100"/>
                  </a:lnTo>
                  <a:lnTo>
                    <a:pt x="38779" y="287109"/>
                  </a:lnTo>
                  <a:lnTo>
                    <a:pt x="18595" y="273499"/>
                  </a:lnTo>
                  <a:lnTo>
                    <a:pt x="4989" y="253314"/>
                  </a:lnTo>
                  <a:lnTo>
                    <a:pt x="0" y="228600"/>
                  </a:lnTo>
                  <a:lnTo>
                    <a:pt x="0" y="63500"/>
                  </a:lnTo>
                  <a:lnTo>
                    <a:pt x="4989" y="38785"/>
                  </a:lnTo>
                  <a:lnTo>
                    <a:pt x="18595" y="18600"/>
                  </a:lnTo>
                  <a:lnTo>
                    <a:pt x="38779" y="4990"/>
                  </a:lnTo>
                  <a:lnTo>
                    <a:pt x="63500" y="0"/>
                  </a:lnTo>
                  <a:lnTo>
                    <a:pt x="731837" y="0"/>
                  </a:lnTo>
                  <a:lnTo>
                    <a:pt x="756552" y="4990"/>
                  </a:lnTo>
                  <a:lnTo>
                    <a:pt x="776736" y="18600"/>
                  </a:lnTo>
                  <a:lnTo>
                    <a:pt x="790346" y="38785"/>
                  </a:lnTo>
                  <a:lnTo>
                    <a:pt x="795337" y="63500"/>
                  </a:lnTo>
                  <a:lnTo>
                    <a:pt x="795337" y="228600"/>
                  </a:lnTo>
                  <a:lnTo>
                    <a:pt x="790346" y="253314"/>
                  </a:lnTo>
                  <a:lnTo>
                    <a:pt x="776736" y="273499"/>
                  </a:lnTo>
                  <a:lnTo>
                    <a:pt x="756552" y="287109"/>
                  </a:lnTo>
                  <a:lnTo>
                    <a:pt x="731837" y="2921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4" name="object 54"/>
            <p:cNvSpPr/>
            <p:nvPr/>
          </p:nvSpPr>
          <p:spPr>
            <a:xfrm>
              <a:off x="8520454" y="2073466"/>
              <a:ext cx="1289685" cy="596265"/>
            </a:xfrm>
            <a:custGeom>
              <a:avLst/>
              <a:gdLst/>
              <a:ahLst/>
              <a:cxnLst/>
              <a:rect l="l" t="t" r="r" b="b"/>
              <a:pathLst>
                <a:path w="1289684" h="596264">
                  <a:moveTo>
                    <a:pt x="1225613" y="596125"/>
                  </a:moveTo>
                  <a:lnTo>
                    <a:pt x="63500" y="596125"/>
                  </a:lnTo>
                  <a:lnTo>
                    <a:pt x="38779" y="591134"/>
                  </a:lnTo>
                  <a:lnTo>
                    <a:pt x="18595" y="577524"/>
                  </a:lnTo>
                  <a:lnTo>
                    <a:pt x="4989" y="557340"/>
                  </a:lnTo>
                  <a:lnTo>
                    <a:pt x="0" y="532625"/>
                  </a:lnTo>
                  <a:lnTo>
                    <a:pt x="0" y="63499"/>
                  </a:lnTo>
                  <a:lnTo>
                    <a:pt x="4989" y="38785"/>
                  </a:lnTo>
                  <a:lnTo>
                    <a:pt x="18595" y="18600"/>
                  </a:lnTo>
                  <a:lnTo>
                    <a:pt x="38779" y="4990"/>
                  </a:lnTo>
                  <a:lnTo>
                    <a:pt x="63500" y="0"/>
                  </a:lnTo>
                  <a:lnTo>
                    <a:pt x="1225613" y="0"/>
                  </a:lnTo>
                  <a:lnTo>
                    <a:pt x="1250328" y="4990"/>
                  </a:lnTo>
                  <a:lnTo>
                    <a:pt x="1270512" y="18600"/>
                  </a:lnTo>
                  <a:lnTo>
                    <a:pt x="1284122" y="38785"/>
                  </a:lnTo>
                  <a:lnTo>
                    <a:pt x="1289113" y="63499"/>
                  </a:lnTo>
                  <a:lnTo>
                    <a:pt x="1289113" y="532625"/>
                  </a:lnTo>
                  <a:lnTo>
                    <a:pt x="1284122" y="557340"/>
                  </a:lnTo>
                  <a:lnTo>
                    <a:pt x="1270512" y="577524"/>
                  </a:lnTo>
                  <a:lnTo>
                    <a:pt x="1250328" y="591134"/>
                  </a:lnTo>
                  <a:lnTo>
                    <a:pt x="1225613" y="596125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907077" y="127973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0"/>
                  </a:moveTo>
                  <a:lnTo>
                    <a:pt x="0" y="13901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6" name="object 56"/>
            <p:cNvSpPr/>
            <p:nvPr/>
          </p:nvSpPr>
          <p:spPr>
            <a:xfrm>
              <a:off x="5266255" y="3095299"/>
              <a:ext cx="805180" cy="332105"/>
            </a:xfrm>
            <a:custGeom>
              <a:avLst/>
              <a:gdLst/>
              <a:ahLst/>
              <a:cxnLst/>
              <a:rect l="l" t="t" r="r" b="b"/>
              <a:pathLst>
                <a:path w="805179" h="332104">
                  <a:moveTo>
                    <a:pt x="766711" y="0"/>
                  </a:moveTo>
                  <a:lnTo>
                    <a:pt x="38099" y="0"/>
                  </a:lnTo>
                  <a:lnTo>
                    <a:pt x="23268" y="2995"/>
                  </a:lnTo>
                  <a:lnTo>
                    <a:pt x="11158" y="11163"/>
                  </a:lnTo>
                  <a:lnTo>
                    <a:pt x="2993" y="23274"/>
                  </a:lnTo>
                  <a:lnTo>
                    <a:pt x="0" y="38100"/>
                  </a:lnTo>
                  <a:lnTo>
                    <a:pt x="0" y="293865"/>
                  </a:lnTo>
                  <a:lnTo>
                    <a:pt x="2993" y="308696"/>
                  </a:lnTo>
                  <a:lnTo>
                    <a:pt x="11158" y="320806"/>
                  </a:lnTo>
                  <a:lnTo>
                    <a:pt x="23268" y="328971"/>
                  </a:lnTo>
                  <a:lnTo>
                    <a:pt x="38099" y="331965"/>
                  </a:lnTo>
                  <a:lnTo>
                    <a:pt x="766711" y="331965"/>
                  </a:lnTo>
                  <a:lnTo>
                    <a:pt x="781542" y="328971"/>
                  </a:lnTo>
                  <a:lnTo>
                    <a:pt x="793653" y="320806"/>
                  </a:lnTo>
                  <a:lnTo>
                    <a:pt x="801817" y="308696"/>
                  </a:lnTo>
                  <a:lnTo>
                    <a:pt x="804811" y="293865"/>
                  </a:lnTo>
                  <a:lnTo>
                    <a:pt x="804811" y="38100"/>
                  </a:lnTo>
                  <a:lnTo>
                    <a:pt x="801817" y="23274"/>
                  </a:lnTo>
                  <a:lnTo>
                    <a:pt x="793653" y="11163"/>
                  </a:lnTo>
                  <a:lnTo>
                    <a:pt x="781542" y="2995"/>
                  </a:lnTo>
                  <a:lnTo>
                    <a:pt x="766711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367073" y="3751718"/>
            <a:ext cx="870966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6096" algn="ctr">
              <a:spcBef>
                <a:spcPts val="120"/>
              </a:spcBef>
            </a:pPr>
            <a:r>
              <a:rPr sz="960" b="1" dirty="0" err="1">
                <a:solidFill>
                  <a:srgbClr val="092F2E"/>
                </a:solidFill>
                <a:latin typeface="Inter"/>
                <a:cs typeface="Inter"/>
              </a:rPr>
              <a:t>Digєstєr</a:t>
            </a:r>
            <a:r>
              <a:rPr sz="960" b="1" spc="-36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spc="-24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24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r>
              <a:rPr sz="960" b="1" spc="600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2F2E"/>
                </a:solidFill>
                <a:latin typeface="Inter"/>
                <a:cs typeface="Inter"/>
              </a:rPr>
              <a:t>with</a:t>
            </a:r>
            <a:r>
              <a:rPr sz="960" b="1" spc="-12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2F2E"/>
                </a:solidFill>
                <a:latin typeface="Inter"/>
                <a:cs typeface="Inter"/>
              </a:rPr>
              <a:t>Gas </a:t>
            </a:r>
            <a:r>
              <a:rPr sz="960" b="1" spc="-42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42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82829" y="4405451"/>
            <a:ext cx="9095231" cy="816102"/>
            <a:chOff x="319024" y="3671209"/>
            <a:chExt cx="7579359" cy="680085"/>
          </a:xfrm>
        </p:grpSpPr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9024" y="4219955"/>
              <a:ext cx="1682495" cy="13106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093026" y="3671209"/>
              <a:ext cx="805180" cy="234950"/>
            </a:xfrm>
            <a:custGeom>
              <a:avLst/>
              <a:gdLst/>
              <a:ahLst/>
              <a:cxnLst/>
              <a:rect l="l" t="t" r="r" b="b"/>
              <a:pathLst>
                <a:path w="805179" h="234950">
                  <a:moveTo>
                    <a:pt x="772782" y="0"/>
                  </a:moveTo>
                  <a:lnTo>
                    <a:pt x="32016" y="0"/>
                  </a:lnTo>
                  <a:lnTo>
                    <a:pt x="19556" y="2516"/>
                  </a:lnTo>
                  <a:lnTo>
                    <a:pt x="9378" y="9378"/>
                  </a:lnTo>
                  <a:lnTo>
                    <a:pt x="2516" y="19556"/>
                  </a:lnTo>
                  <a:lnTo>
                    <a:pt x="0" y="32016"/>
                  </a:lnTo>
                  <a:lnTo>
                    <a:pt x="0" y="202501"/>
                  </a:lnTo>
                  <a:lnTo>
                    <a:pt x="2516" y="214969"/>
                  </a:lnTo>
                  <a:lnTo>
                    <a:pt x="9378" y="225150"/>
                  </a:lnTo>
                  <a:lnTo>
                    <a:pt x="19556" y="232014"/>
                  </a:lnTo>
                  <a:lnTo>
                    <a:pt x="32016" y="234530"/>
                  </a:lnTo>
                  <a:lnTo>
                    <a:pt x="772782" y="234530"/>
                  </a:lnTo>
                  <a:lnTo>
                    <a:pt x="785250" y="232014"/>
                  </a:lnTo>
                  <a:lnTo>
                    <a:pt x="795431" y="225150"/>
                  </a:lnTo>
                  <a:lnTo>
                    <a:pt x="802294" y="214969"/>
                  </a:lnTo>
                  <a:lnTo>
                    <a:pt x="804811" y="202501"/>
                  </a:lnTo>
                  <a:lnTo>
                    <a:pt x="804811" y="32016"/>
                  </a:lnTo>
                  <a:lnTo>
                    <a:pt x="802294" y="19556"/>
                  </a:lnTo>
                  <a:lnTo>
                    <a:pt x="795431" y="9378"/>
                  </a:lnTo>
                  <a:lnTo>
                    <a:pt x="785250" y="2516"/>
                  </a:lnTo>
                  <a:lnTo>
                    <a:pt x="772782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617242" y="4435226"/>
            <a:ext cx="886039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1200" b="1" dirty="0" err="1">
                <a:solidFill>
                  <a:srgbClr val="092F2E"/>
                </a:solidFill>
                <a:latin typeface="Inter"/>
                <a:cs typeface="Inter"/>
              </a:rPr>
              <a:t>Outlєt</a:t>
            </a:r>
            <a:r>
              <a:rPr sz="1200" b="1" spc="12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1200" b="1" spc="-24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1200" b="1" spc="-24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122988" y="5142189"/>
            <a:ext cx="0" cy="392430"/>
          </a:xfrm>
          <a:custGeom>
            <a:avLst/>
            <a:gdLst/>
            <a:ahLst/>
            <a:cxnLst/>
            <a:rect l="l" t="t" r="r" b="b"/>
            <a:pathLst>
              <a:path h="327025">
                <a:moveTo>
                  <a:pt x="0" y="0"/>
                </a:moveTo>
                <a:lnTo>
                  <a:pt x="0" y="32673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4" name="object 64"/>
          <p:cNvSpPr/>
          <p:nvPr/>
        </p:nvSpPr>
        <p:spPr>
          <a:xfrm>
            <a:off x="6047770" y="5142189"/>
            <a:ext cx="0" cy="392430"/>
          </a:xfrm>
          <a:custGeom>
            <a:avLst/>
            <a:gdLst/>
            <a:ahLst/>
            <a:cxnLst/>
            <a:rect l="l" t="t" r="r" b="b"/>
            <a:pathLst>
              <a:path h="327025">
                <a:moveTo>
                  <a:pt x="0" y="0"/>
                </a:moveTo>
                <a:lnTo>
                  <a:pt x="0" y="32673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5" name="object 65"/>
          <p:cNvSpPr/>
          <p:nvPr/>
        </p:nvSpPr>
        <p:spPr>
          <a:xfrm rot="16200000" flipV="1">
            <a:off x="2359144" y="2681720"/>
            <a:ext cx="746516" cy="54863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29712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 dirty="0"/>
          </a:p>
        </p:txBody>
      </p:sp>
      <p:sp>
        <p:nvSpPr>
          <p:cNvPr id="66" name="object 66"/>
          <p:cNvSpPr/>
          <p:nvPr/>
        </p:nvSpPr>
        <p:spPr>
          <a:xfrm>
            <a:off x="1556408" y="1199030"/>
            <a:ext cx="843534" cy="0"/>
          </a:xfrm>
          <a:custGeom>
            <a:avLst/>
            <a:gdLst/>
            <a:ahLst/>
            <a:cxnLst/>
            <a:rect l="l" t="t" r="r" b="b"/>
            <a:pathLst>
              <a:path w="702944">
                <a:moveTo>
                  <a:pt x="702437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67" name="object 6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5165" y="810159"/>
            <a:ext cx="779068" cy="779068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8222187" y="2968110"/>
            <a:ext cx="127254" cy="114300"/>
          </a:xfrm>
          <a:custGeom>
            <a:avLst/>
            <a:gdLst/>
            <a:ahLst/>
            <a:cxnLst/>
            <a:rect l="l" t="t" r="r" b="b"/>
            <a:pathLst>
              <a:path w="106045" h="95250">
                <a:moveTo>
                  <a:pt x="28232" y="0"/>
                </a:moveTo>
                <a:lnTo>
                  <a:pt x="24498" y="1498"/>
                </a:lnTo>
                <a:lnTo>
                  <a:pt x="0" y="58902"/>
                </a:lnTo>
                <a:lnTo>
                  <a:pt x="1498" y="62636"/>
                </a:lnTo>
                <a:lnTo>
                  <a:pt x="74510" y="93802"/>
                </a:lnTo>
                <a:lnTo>
                  <a:pt x="77736" y="95173"/>
                </a:lnTo>
                <a:lnTo>
                  <a:pt x="81470" y="93675"/>
                </a:lnTo>
                <a:lnTo>
                  <a:pt x="105968" y="36283"/>
                </a:lnTo>
                <a:lnTo>
                  <a:pt x="104470" y="32550"/>
                </a:lnTo>
                <a:lnTo>
                  <a:pt x="28232" y="0"/>
                </a:lnTo>
                <a:close/>
              </a:path>
            </a:pathLst>
          </a:custGeom>
          <a:solidFill>
            <a:srgbClr val="D94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9" name="object 69"/>
          <p:cNvSpPr/>
          <p:nvPr/>
        </p:nvSpPr>
        <p:spPr>
          <a:xfrm>
            <a:off x="8244787" y="2977757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87629" h="87630">
                <a:moveTo>
                  <a:pt x="28232" y="0"/>
                </a:moveTo>
                <a:lnTo>
                  <a:pt x="24511" y="1498"/>
                </a:lnTo>
                <a:lnTo>
                  <a:pt x="0" y="58902"/>
                </a:lnTo>
                <a:lnTo>
                  <a:pt x="1498" y="62636"/>
                </a:lnTo>
                <a:lnTo>
                  <a:pt x="55676" y="85763"/>
                </a:lnTo>
                <a:lnTo>
                  <a:pt x="58902" y="87134"/>
                </a:lnTo>
                <a:lnTo>
                  <a:pt x="62636" y="85636"/>
                </a:lnTo>
                <a:lnTo>
                  <a:pt x="87134" y="28244"/>
                </a:lnTo>
                <a:lnTo>
                  <a:pt x="85636" y="24511"/>
                </a:lnTo>
                <a:lnTo>
                  <a:pt x="28232" y="0"/>
                </a:lnTo>
                <a:close/>
              </a:path>
            </a:pathLst>
          </a:custGeom>
          <a:solidFill>
            <a:srgbClr val="FF612C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70" name="object 7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44583" y="2893261"/>
            <a:ext cx="228604" cy="214668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8299564" y="2869586"/>
            <a:ext cx="25146" cy="85344"/>
          </a:xfrm>
          <a:custGeom>
            <a:avLst/>
            <a:gdLst/>
            <a:ahLst/>
            <a:cxnLst/>
            <a:rect l="l" t="t" r="r" b="b"/>
            <a:pathLst>
              <a:path w="20954" h="71119">
                <a:moveTo>
                  <a:pt x="0" y="70802"/>
                </a:moveTo>
                <a:lnTo>
                  <a:pt x="20485" y="70802"/>
                </a:lnTo>
                <a:lnTo>
                  <a:pt x="20485" y="0"/>
                </a:lnTo>
                <a:lnTo>
                  <a:pt x="0" y="0"/>
                </a:lnTo>
                <a:lnTo>
                  <a:pt x="0" y="70802"/>
                </a:lnTo>
                <a:close/>
              </a:path>
            </a:pathLst>
          </a:custGeom>
          <a:solidFill>
            <a:srgbClr val="D94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2" name="object 72"/>
          <p:cNvSpPr/>
          <p:nvPr/>
        </p:nvSpPr>
        <p:spPr>
          <a:xfrm>
            <a:off x="8324146" y="2869587"/>
            <a:ext cx="84582" cy="84582"/>
          </a:xfrm>
          <a:custGeom>
            <a:avLst/>
            <a:gdLst/>
            <a:ahLst/>
            <a:cxnLst/>
            <a:rect l="l" t="t" r="r" b="b"/>
            <a:pathLst>
              <a:path w="70484" h="70485">
                <a:moveTo>
                  <a:pt x="65125" y="0"/>
                </a:moveTo>
                <a:lnTo>
                  <a:pt x="2743" y="2057"/>
                </a:lnTo>
                <a:lnTo>
                  <a:pt x="0" y="4991"/>
                </a:lnTo>
                <a:lnTo>
                  <a:pt x="2057" y="67373"/>
                </a:lnTo>
                <a:lnTo>
                  <a:pt x="4991" y="70116"/>
                </a:lnTo>
                <a:lnTo>
                  <a:pt x="63868" y="68173"/>
                </a:lnTo>
                <a:lnTo>
                  <a:pt x="67373" y="68059"/>
                </a:lnTo>
                <a:lnTo>
                  <a:pt x="70116" y="65125"/>
                </a:lnTo>
                <a:lnTo>
                  <a:pt x="68059" y="2743"/>
                </a:lnTo>
                <a:lnTo>
                  <a:pt x="65125" y="0"/>
                </a:lnTo>
                <a:close/>
              </a:path>
            </a:pathLst>
          </a:custGeom>
          <a:solidFill>
            <a:srgbClr val="FF612C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3" name="object 73"/>
          <p:cNvSpPr/>
          <p:nvPr/>
        </p:nvSpPr>
        <p:spPr>
          <a:xfrm>
            <a:off x="8094682" y="3002626"/>
            <a:ext cx="116586" cy="421386"/>
          </a:xfrm>
          <a:custGeom>
            <a:avLst/>
            <a:gdLst/>
            <a:ahLst/>
            <a:cxnLst/>
            <a:rect l="l" t="t" r="r" b="b"/>
            <a:pathLst>
              <a:path w="97154" h="351155">
                <a:moveTo>
                  <a:pt x="54110" y="0"/>
                </a:moveTo>
                <a:lnTo>
                  <a:pt x="50986" y="1028"/>
                </a:lnTo>
                <a:lnTo>
                  <a:pt x="49843" y="2374"/>
                </a:lnTo>
                <a:lnTo>
                  <a:pt x="49576" y="3987"/>
                </a:lnTo>
                <a:lnTo>
                  <a:pt x="0" y="285154"/>
                </a:lnTo>
                <a:lnTo>
                  <a:pt x="15709" y="305974"/>
                </a:lnTo>
                <a:lnTo>
                  <a:pt x="47028" y="337293"/>
                </a:lnTo>
                <a:lnTo>
                  <a:pt x="64613" y="350560"/>
                </a:lnTo>
                <a:lnTo>
                  <a:pt x="97036" y="39776"/>
                </a:lnTo>
                <a:lnTo>
                  <a:pt x="95334" y="39458"/>
                </a:lnTo>
                <a:lnTo>
                  <a:pt x="93772" y="38646"/>
                </a:lnTo>
                <a:lnTo>
                  <a:pt x="92515" y="37452"/>
                </a:lnTo>
                <a:lnTo>
                  <a:pt x="57006" y="1536"/>
                </a:lnTo>
                <a:lnTo>
                  <a:pt x="55825" y="393"/>
                </a:lnTo>
                <a:lnTo>
                  <a:pt x="54110" y="0"/>
                </a:lnTo>
                <a:close/>
              </a:path>
            </a:pathLst>
          </a:custGeom>
          <a:solidFill>
            <a:srgbClr val="014D4A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4" name="object 74"/>
          <p:cNvSpPr/>
          <p:nvPr/>
        </p:nvSpPr>
        <p:spPr>
          <a:xfrm>
            <a:off x="8148584" y="3023755"/>
            <a:ext cx="548640" cy="477774"/>
          </a:xfrm>
          <a:custGeom>
            <a:avLst/>
            <a:gdLst/>
            <a:ahLst/>
            <a:cxnLst/>
            <a:rect l="l" t="t" r="r" b="b"/>
            <a:pathLst>
              <a:path w="457200" h="398144">
                <a:moveTo>
                  <a:pt x="52093" y="22174"/>
                </a:moveTo>
                <a:lnTo>
                  <a:pt x="0" y="317575"/>
                </a:lnTo>
                <a:lnTo>
                  <a:pt x="2109" y="319685"/>
                </a:lnTo>
                <a:lnTo>
                  <a:pt x="37531" y="346411"/>
                </a:lnTo>
                <a:lnTo>
                  <a:pt x="76563" y="368052"/>
                </a:lnTo>
                <a:lnTo>
                  <a:pt x="118714" y="384117"/>
                </a:lnTo>
                <a:lnTo>
                  <a:pt x="163495" y="394117"/>
                </a:lnTo>
                <a:lnTo>
                  <a:pt x="210412" y="397559"/>
                </a:lnTo>
                <a:lnTo>
                  <a:pt x="257330" y="394117"/>
                </a:lnTo>
                <a:lnTo>
                  <a:pt x="302110" y="384117"/>
                </a:lnTo>
                <a:lnTo>
                  <a:pt x="344261" y="368052"/>
                </a:lnTo>
                <a:lnTo>
                  <a:pt x="383294" y="346411"/>
                </a:lnTo>
                <a:lnTo>
                  <a:pt x="453158" y="85305"/>
                </a:lnTo>
                <a:lnTo>
                  <a:pt x="410664" y="85305"/>
                </a:lnTo>
                <a:lnTo>
                  <a:pt x="406232" y="84531"/>
                </a:lnTo>
                <a:lnTo>
                  <a:pt x="393415" y="69989"/>
                </a:lnTo>
                <a:lnTo>
                  <a:pt x="323758" y="69989"/>
                </a:lnTo>
                <a:lnTo>
                  <a:pt x="319313" y="69202"/>
                </a:lnTo>
                <a:lnTo>
                  <a:pt x="306496" y="54660"/>
                </a:lnTo>
                <a:lnTo>
                  <a:pt x="236852" y="54660"/>
                </a:lnTo>
                <a:lnTo>
                  <a:pt x="232407" y="53873"/>
                </a:lnTo>
                <a:lnTo>
                  <a:pt x="219602" y="39344"/>
                </a:lnTo>
                <a:lnTo>
                  <a:pt x="149984" y="39344"/>
                </a:lnTo>
                <a:lnTo>
                  <a:pt x="145501" y="38557"/>
                </a:lnTo>
                <a:lnTo>
                  <a:pt x="131289" y="22440"/>
                </a:lnTo>
                <a:lnTo>
                  <a:pt x="53832" y="22440"/>
                </a:lnTo>
                <a:lnTo>
                  <a:pt x="52093" y="22174"/>
                </a:lnTo>
                <a:close/>
              </a:path>
              <a:path w="457200" h="398144">
                <a:moveTo>
                  <a:pt x="451609" y="60617"/>
                </a:moveTo>
                <a:lnTo>
                  <a:pt x="450136" y="61455"/>
                </a:lnTo>
                <a:lnTo>
                  <a:pt x="414271" y="83337"/>
                </a:lnTo>
                <a:lnTo>
                  <a:pt x="410664" y="85305"/>
                </a:lnTo>
                <a:lnTo>
                  <a:pt x="453158" y="85305"/>
                </a:lnTo>
                <a:lnTo>
                  <a:pt x="456842" y="64414"/>
                </a:lnTo>
                <a:lnTo>
                  <a:pt x="456181" y="62699"/>
                </a:lnTo>
                <a:lnTo>
                  <a:pt x="453413" y="60744"/>
                </a:lnTo>
                <a:lnTo>
                  <a:pt x="451609" y="60617"/>
                </a:lnTo>
                <a:close/>
              </a:path>
              <a:path w="457200" h="398144">
                <a:moveTo>
                  <a:pt x="368234" y="45732"/>
                </a:moveTo>
                <a:lnTo>
                  <a:pt x="323758" y="69989"/>
                </a:lnTo>
                <a:lnTo>
                  <a:pt x="393415" y="69989"/>
                </a:lnTo>
                <a:lnTo>
                  <a:pt x="372729" y="46520"/>
                </a:lnTo>
                <a:lnTo>
                  <a:pt x="368234" y="45732"/>
                </a:lnTo>
                <a:close/>
              </a:path>
              <a:path w="457200" h="398144">
                <a:moveTo>
                  <a:pt x="281328" y="30403"/>
                </a:moveTo>
                <a:lnTo>
                  <a:pt x="236852" y="54660"/>
                </a:lnTo>
                <a:lnTo>
                  <a:pt x="306496" y="54660"/>
                </a:lnTo>
                <a:lnTo>
                  <a:pt x="285811" y="31191"/>
                </a:lnTo>
                <a:lnTo>
                  <a:pt x="281328" y="30403"/>
                </a:lnTo>
                <a:close/>
              </a:path>
              <a:path w="457200" h="398144">
                <a:moveTo>
                  <a:pt x="194421" y="15074"/>
                </a:moveTo>
                <a:lnTo>
                  <a:pt x="181313" y="22237"/>
                </a:lnTo>
                <a:lnTo>
                  <a:pt x="153540" y="37363"/>
                </a:lnTo>
                <a:lnTo>
                  <a:pt x="149984" y="39344"/>
                </a:lnTo>
                <a:lnTo>
                  <a:pt x="219602" y="39344"/>
                </a:lnTo>
                <a:lnTo>
                  <a:pt x="198905" y="15875"/>
                </a:lnTo>
                <a:lnTo>
                  <a:pt x="194421" y="15074"/>
                </a:lnTo>
                <a:close/>
              </a:path>
              <a:path w="457200" h="398144">
                <a:moveTo>
                  <a:pt x="107833" y="0"/>
                </a:moveTo>
                <a:lnTo>
                  <a:pt x="105928" y="203"/>
                </a:lnTo>
                <a:lnTo>
                  <a:pt x="104150" y="952"/>
                </a:lnTo>
                <a:lnTo>
                  <a:pt x="55560" y="22237"/>
                </a:lnTo>
                <a:lnTo>
                  <a:pt x="53832" y="22440"/>
                </a:lnTo>
                <a:lnTo>
                  <a:pt x="131289" y="22440"/>
                </a:lnTo>
                <a:lnTo>
                  <a:pt x="114323" y="3200"/>
                </a:lnTo>
                <a:lnTo>
                  <a:pt x="113154" y="1803"/>
                </a:lnTo>
                <a:lnTo>
                  <a:pt x="111490" y="825"/>
                </a:lnTo>
                <a:lnTo>
                  <a:pt x="107833" y="0"/>
                </a:lnTo>
                <a:close/>
              </a:path>
            </a:pathLst>
          </a:custGeom>
          <a:solidFill>
            <a:srgbClr val="016262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5" name="object 75"/>
          <p:cNvSpPr/>
          <p:nvPr/>
        </p:nvSpPr>
        <p:spPr>
          <a:xfrm>
            <a:off x="8020074" y="273883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6" name="object 76"/>
          <p:cNvSpPr/>
          <p:nvPr/>
        </p:nvSpPr>
        <p:spPr>
          <a:xfrm>
            <a:off x="1175401" y="1580031"/>
            <a:ext cx="0" cy="352806"/>
          </a:xfrm>
          <a:custGeom>
            <a:avLst/>
            <a:gdLst/>
            <a:ahLst/>
            <a:cxnLst/>
            <a:rect l="l" t="t" r="r" b="b"/>
            <a:pathLst>
              <a:path h="294005">
                <a:moveTo>
                  <a:pt x="0" y="0"/>
                </a:moveTo>
                <a:lnTo>
                  <a:pt x="0" y="293966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7" name="object 77"/>
          <p:cNvSpPr/>
          <p:nvPr/>
        </p:nvSpPr>
        <p:spPr>
          <a:xfrm>
            <a:off x="8401074" y="2477053"/>
            <a:ext cx="0" cy="262128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8147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8" name="object 78"/>
          <p:cNvSpPr/>
          <p:nvPr/>
        </p:nvSpPr>
        <p:spPr>
          <a:xfrm>
            <a:off x="8401074" y="3500833"/>
            <a:ext cx="0" cy="750570"/>
          </a:xfrm>
          <a:custGeom>
            <a:avLst/>
            <a:gdLst/>
            <a:ahLst/>
            <a:cxnLst/>
            <a:rect l="l" t="t" r="r" b="b"/>
            <a:pathLst>
              <a:path h="625475">
                <a:moveTo>
                  <a:pt x="0" y="0"/>
                </a:moveTo>
                <a:lnTo>
                  <a:pt x="0" y="62518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79" name="object 7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61206" y="5696713"/>
            <a:ext cx="523036" cy="438911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785104" y="5696713"/>
            <a:ext cx="523036" cy="438911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043442" y="2242184"/>
            <a:ext cx="133806" cy="133806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967732" y="1487392"/>
            <a:ext cx="133806" cy="133806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9674728" y="5648661"/>
            <a:ext cx="1146048" cy="5083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de-DE" sz="1440" dirty="0">
                <a:solidFill>
                  <a:srgbClr val="093330"/>
                </a:solidFill>
                <a:latin typeface="Inter"/>
                <a:cs typeface="Inter"/>
              </a:rPr>
              <a:t>Sensors</a:t>
            </a:r>
          </a:p>
          <a:p>
            <a:pPr marL="15240">
              <a:spcBef>
                <a:spcPts val="120"/>
              </a:spcBef>
            </a:pPr>
            <a:br>
              <a:rPr lang="de-DE" sz="240" dirty="0">
                <a:solidFill>
                  <a:srgbClr val="093330"/>
                </a:solidFill>
                <a:latin typeface="Inter"/>
                <a:cs typeface="Inter"/>
              </a:rPr>
            </a:br>
            <a:r>
              <a:rPr lang="de-DE" sz="1440" dirty="0">
                <a:solidFill>
                  <a:srgbClr val="093330"/>
                </a:solidFill>
                <a:latin typeface="Inter"/>
                <a:cs typeface="Inter"/>
              </a:rPr>
              <a:t>Control</a:t>
            </a:r>
            <a:endParaRPr sz="1440" dirty="0">
              <a:latin typeface="Inter"/>
              <a:cs typeface="Inter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056089" y="3367291"/>
            <a:ext cx="7155942" cy="2883408"/>
            <a:chOff x="3380074" y="2806076"/>
            <a:chExt cx="5963285" cy="2402840"/>
          </a:xfrm>
        </p:grpSpPr>
        <p:sp>
          <p:nvSpPr>
            <p:cNvPr id="85" name="object 85"/>
            <p:cNvSpPr/>
            <p:nvPr/>
          </p:nvSpPr>
          <p:spPr>
            <a:xfrm>
              <a:off x="7732773" y="4656380"/>
              <a:ext cx="1403985" cy="546100"/>
            </a:xfrm>
            <a:custGeom>
              <a:avLst/>
              <a:gdLst/>
              <a:ahLst/>
              <a:cxnLst/>
              <a:rect l="l" t="t" r="r" b="b"/>
              <a:pathLst>
                <a:path w="1403984" h="546100">
                  <a:moveTo>
                    <a:pt x="1340307" y="546023"/>
                  </a:moveTo>
                  <a:lnTo>
                    <a:pt x="63500" y="546023"/>
                  </a:lnTo>
                  <a:lnTo>
                    <a:pt x="38785" y="541032"/>
                  </a:lnTo>
                  <a:lnTo>
                    <a:pt x="18600" y="527423"/>
                  </a:lnTo>
                  <a:lnTo>
                    <a:pt x="4990" y="507238"/>
                  </a:lnTo>
                  <a:lnTo>
                    <a:pt x="0" y="482523"/>
                  </a:lnTo>
                  <a:lnTo>
                    <a:pt x="0" y="63500"/>
                  </a:lnTo>
                  <a:lnTo>
                    <a:pt x="4990" y="38779"/>
                  </a:lnTo>
                  <a:lnTo>
                    <a:pt x="18600" y="18595"/>
                  </a:lnTo>
                  <a:lnTo>
                    <a:pt x="38785" y="4989"/>
                  </a:lnTo>
                  <a:lnTo>
                    <a:pt x="63500" y="0"/>
                  </a:lnTo>
                  <a:lnTo>
                    <a:pt x="1340307" y="0"/>
                  </a:lnTo>
                  <a:lnTo>
                    <a:pt x="1365021" y="4989"/>
                  </a:lnTo>
                  <a:lnTo>
                    <a:pt x="1385206" y="18595"/>
                  </a:lnTo>
                  <a:lnTo>
                    <a:pt x="1398816" y="38779"/>
                  </a:lnTo>
                  <a:lnTo>
                    <a:pt x="1403807" y="63500"/>
                  </a:lnTo>
                  <a:lnTo>
                    <a:pt x="1403807" y="482523"/>
                  </a:lnTo>
                  <a:lnTo>
                    <a:pt x="1398816" y="507238"/>
                  </a:lnTo>
                  <a:lnTo>
                    <a:pt x="1385206" y="527423"/>
                  </a:lnTo>
                  <a:lnTo>
                    <a:pt x="1365021" y="541032"/>
                  </a:lnTo>
                  <a:lnTo>
                    <a:pt x="1340307" y="546023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77213" y="4754923"/>
              <a:ext cx="111505" cy="11150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77213" y="4972208"/>
              <a:ext cx="111505" cy="11150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80074" y="4229404"/>
              <a:ext cx="111505" cy="11150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057949" y="4241468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2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90" name="object 9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02191" y="4556136"/>
              <a:ext cx="111505" cy="11150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672484" y="4241468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2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92" name="object 9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16727" y="4556136"/>
              <a:ext cx="111505" cy="11150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84050" y="4229404"/>
              <a:ext cx="111505" cy="11150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47299" y="4065904"/>
              <a:ext cx="213652" cy="17555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61834" y="4065904"/>
              <a:ext cx="213652" cy="17555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8987209" y="2806076"/>
              <a:ext cx="355600" cy="193040"/>
            </a:xfrm>
            <a:custGeom>
              <a:avLst/>
              <a:gdLst/>
              <a:ahLst/>
              <a:cxnLst/>
              <a:rect l="l" t="t" r="r" b="b"/>
              <a:pathLst>
                <a:path w="355600" h="193039">
                  <a:moveTo>
                    <a:pt x="324650" y="0"/>
                  </a:moveTo>
                  <a:lnTo>
                    <a:pt x="30949" y="0"/>
                  </a:lnTo>
                  <a:lnTo>
                    <a:pt x="28517" y="12047"/>
                  </a:lnTo>
                  <a:lnTo>
                    <a:pt x="21885" y="21885"/>
                  </a:lnTo>
                  <a:lnTo>
                    <a:pt x="12047" y="28517"/>
                  </a:lnTo>
                  <a:lnTo>
                    <a:pt x="0" y="30949"/>
                  </a:lnTo>
                  <a:lnTo>
                    <a:pt x="0" y="161671"/>
                  </a:lnTo>
                  <a:lnTo>
                    <a:pt x="12047" y="164103"/>
                  </a:lnTo>
                  <a:lnTo>
                    <a:pt x="21885" y="170735"/>
                  </a:lnTo>
                  <a:lnTo>
                    <a:pt x="28517" y="180573"/>
                  </a:lnTo>
                  <a:lnTo>
                    <a:pt x="30949" y="192620"/>
                  </a:lnTo>
                  <a:lnTo>
                    <a:pt x="324650" y="192620"/>
                  </a:lnTo>
                  <a:lnTo>
                    <a:pt x="327082" y="180573"/>
                  </a:lnTo>
                  <a:lnTo>
                    <a:pt x="333714" y="170735"/>
                  </a:lnTo>
                  <a:lnTo>
                    <a:pt x="343552" y="164103"/>
                  </a:lnTo>
                  <a:lnTo>
                    <a:pt x="355599" y="161671"/>
                  </a:lnTo>
                  <a:lnTo>
                    <a:pt x="355599" y="30949"/>
                  </a:lnTo>
                  <a:lnTo>
                    <a:pt x="343552" y="28517"/>
                  </a:lnTo>
                  <a:lnTo>
                    <a:pt x="333714" y="21885"/>
                  </a:lnTo>
                  <a:lnTo>
                    <a:pt x="327082" y="12047"/>
                  </a:lnTo>
                  <a:lnTo>
                    <a:pt x="324650" y="0"/>
                  </a:lnTo>
                  <a:close/>
                </a:path>
              </a:pathLst>
            </a:custGeom>
            <a:solidFill>
              <a:srgbClr val="014D4D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0818977" y="3340254"/>
            <a:ext cx="360335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#2.3</a:t>
            </a:r>
            <a:endParaRPr sz="1500" dirty="0">
              <a:latin typeface="Bebas Neue Pro"/>
              <a:cs typeface="Bebas Neue Pro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0"/>
            <a:ext cx="12192000" cy="6858000"/>
            <a:chOff x="0" y="0"/>
            <a:chExt cx="10160000" cy="5715000"/>
          </a:xfrm>
        </p:grpSpPr>
        <p:pic>
          <p:nvPicPr>
            <p:cNvPr id="99" name="object 9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43392" y="0"/>
              <a:ext cx="1816607" cy="98907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0" y="4829555"/>
              <a:ext cx="848359" cy="885444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5666770" y="55342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33" name="object 33"/>
          <p:cNvSpPr/>
          <p:nvPr/>
        </p:nvSpPr>
        <p:spPr>
          <a:xfrm>
            <a:off x="3741988" y="55342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8" name="object 28"/>
          <p:cNvSpPr/>
          <p:nvPr/>
        </p:nvSpPr>
        <p:spPr>
          <a:xfrm>
            <a:off x="3879542" y="4390506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1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1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9" name="object 29"/>
          <p:cNvSpPr txBox="1"/>
          <p:nvPr/>
        </p:nvSpPr>
        <p:spPr>
          <a:xfrm>
            <a:off x="3924876" y="4386280"/>
            <a:ext cx="292608" cy="213905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26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</a:t>
            </a:r>
            <a:r>
              <a:rPr lang="de-DE" sz="126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1</a:t>
            </a:r>
            <a:endParaRPr sz="1260" dirty="0">
              <a:latin typeface="Bebas Neue Pro"/>
              <a:cs typeface="Bebas Neue Pro"/>
            </a:endParaRPr>
          </a:p>
        </p:txBody>
      </p:sp>
      <p:sp>
        <p:nvSpPr>
          <p:cNvPr id="101" name="object 65">
            <a:extLst>
              <a:ext uri="{FF2B5EF4-FFF2-40B4-BE49-F238E27FC236}">
                <a16:creationId xmlns:a16="http://schemas.microsoft.com/office/drawing/2014/main" id="{9C3424AA-9C83-E82B-3BA3-0C22878DBF19}"/>
              </a:ext>
            </a:extLst>
          </p:cNvPr>
          <p:cNvSpPr/>
          <p:nvPr/>
        </p:nvSpPr>
        <p:spPr>
          <a:xfrm rot="19291893" flipV="1">
            <a:off x="3234615" y="5350315"/>
            <a:ext cx="746516" cy="54863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297129" y="0"/>
                </a:moveTo>
                <a:lnTo>
                  <a:pt x="0" y="0"/>
                </a:lnTo>
              </a:path>
            </a:pathLst>
          </a:custGeom>
          <a:ln w="3175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 dirty="0"/>
          </a:p>
        </p:txBody>
      </p:sp>
      <p:pic>
        <p:nvPicPr>
          <p:cNvPr id="103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390789" y="1702614"/>
            <a:ext cx="4801210" cy="1075333"/>
          </a:xfrm>
          <a:prstGeom prst="rect">
            <a:avLst/>
          </a:prstGeom>
        </p:spPr>
      </p:pic>
      <p:sp>
        <p:nvSpPr>
          <p:cNvPr id="105" name="object 83">
            <a:extLst>
              <a:ext uri="{FF2B5EF4-FFF2-40B4-BE49-F238E27FC236}">
                <a16:creationId xmlns:a16="http://schemas.microsoft.com/office/drawing/2014/main" id="{AAFDF762-8C19-CBAD-D62B-850A56325F09}"/>
              </a:ext>
            </a:extLst>
          </p:cNvPr>
          <p:cNvSpPr txBox="1"/>
          <p:nvPr/>
        </p:nvSpPr>
        <p:spPr>
          <a:xfrm>
            <a:off x="9519558" y="6331907"/>
            <a:ext cx="1146048" cy="2739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900"/>
              </a:spcBef>
            </a:pPr>
            <a:r>
              <a:rPr sz="1680" dirty="0">
                <a:solidFill>
                  <a:srgbClr val="093330"/>
                </a:solidFill>
                <a:latin typeface="Inter"/>
                <a:cs typeface="Inter"/>
              </a:rPr>
              <a:t>Digital</a:t>
            </a:r>
            <a:r>
              <a:rPr sz="168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680" spc="-24" dirty="0">
                <a:solidFill>
                  <a:srgbClr val="093330"/>
                </a:solidFill>
                <a:latin typeface="Inter"/>
                <a:cs typeface="Inter"/>
              </a:rPr>
              <a:t>Twin</a:t>
            </a:r>
            <a:endParaRPr sz="1680" dirty="0">
              <a:latin typeface="Inter"/>
              <a:cs typeface="Inter"/>
            </a:endParaRPr>
          </a:p>
        </p:txBody>
      </p:sp>
      <p:pic>
        <p:nvPicPr>
          <p:cNvPr id="106" name="object 81">
            <a:extLst>
              <a:ext uri="{FF2B5EF4-FFF2-40B4-BE49-F238E27FC236}">
                <a16:creationId xmlns:a16="http://schemas.microsoft.com/office/drawing/2014/main" id="{B15C73BC-E3FD-5087-DC83-231E307FC658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984080" y="5074415"/>
            <a:ext cx="133806" cy="133806"/>
          </a:xfrm>
          <a:prstGeom prst="rect">
            <a:avLst/>
          </a:prstGeom>
        </p:spPr>
      </p:pic>
      <p:pic>
        <p:nvPicPr>
          <p:cNvPr id="107" name="object 81">
            <a:extLst>
              <a:ext uri="{FF2B5EF4-FFF2-40B4-BE49-F238E27FC236}">
                <a16:creationId xmlns:a16="http://schemas.microsoft.com/office/drawing/2014/main" id="{8FEC5188-1642-3FF6-69A9-E4AD24BBA4E1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059309" y="5074415"/>
            <a:ext cx="133806" cy="133806"/>
          </a:xfrm>
          <a:prstGeom prst="rect">
            <a:avLst/>
          </a:prstGeom>
        </p:spPr>
      </p:pic>
      <p:sp>
        <p:nvSpPr>
          <p:cNvPr id="116" name="object 78">
            <a:extLst>
              <a:ext uri="{FF2B5EF4-FFF2-40B4-BE49-F238E27FC236}">
                <a16:creationId xmlns:a16="http://schemas.microsoft.com/office/drawing/2014/main" id="{DF3A7527-8D33-DE18-BFDA-8E25E171CA08}"/>
              </a:ext>
            </a:extLst>
          </p:cNvPr>
          <p:cNvSpPr/>
          <p:nvPr/>
        </p:nvSpPr>
        <p:spPr>
          <a:xfrm>
            <a:off x="9302089" y="747821"/>
            <a:ext cx="0" cy="750570"/>
          </a:xfrm>
          <a:custGeom>
            <a:avLst/>
            <a:gdLst/>
            <a:ahLst/>
            <a:cxnLst/>
            <a:rect l="l" t="t" r="r" b="b"/>
            <a:pathLst>
              <a:path h="625475">
                <a:moveTo>
                  <a:pt x="0" y="0"/>
                </a:moveTo>
                <a:lnTo>
                  <a:pt x="0" y="62518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109" name="Grafik 108">
            <a:extLst>
              <a:ext uri="{FF2B5EF4-FFF2-40B4-BE49-F238E27FC236}">
                <a16:creationId xmlns:a16="http://schemas.microsoft.com/office/drawing/2014/main" id="{7D432594-9915-0F35-9A59-09149D5525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33203" y="1147978"/>
            <a:ext cx="537775" cy="531373"/>
          </a:xfrm>
          <a:prstGeom prst="rect">
            <a:avLst/>
          </a:prstGeom>
        </p:spPr>
      </p:pic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B6B67588-6AC9-2AEE-DD0A-52F9397AB5EA}"/>
              </a:ext>
            </a:extLst>
          </p:cNvPr>
          <p:cNvGrpSpPr/>
          <p:nvPr/>
        </p:nvGrpSpPr>
        <p:grpSpPr>
          <a:xfrm>
            <a:off x="8877125" y="352959"/>
            <a:ext cx="914400" cy="457200"/>
            <a:chOff x="7453689" y="363280"/>
            <a:chExt cx="762000" cy="381000"/>
          </a:xfrm>
          <a:solidFill>
            <a:schemeClr val="bg1"/>
          </a:solidFill>
        </p:grpSpPr>
        <p:sp>
          <p:nvSpPr>
            <p:cNvPr id="112" name="object 49">
              <a:extLst>
                <a:ext uri="{FF2B5EF4-FFF2-40B4-BE49-F238E27FC236}">
                  <a16:creationId xmlns:a16="http://schemas.microsoft.com/office/drawing/2014/main" id="{94289885-4555-20CF-AACB-6774339B167B}"/>
                </a:ext>
              </a:extLst>
            </p:cNvPr>
            <p:cNvSpPr/>
            <p:nvPr/>
          </p:nvSpPr>
          <p:spPr>
            <a:xfrm>
              <a:off x="7453689" y="36328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grpFill/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13" name="object 50">
              <a:extLst>
                <a:ext uri="{FF2B5EF4-FFF2-40B4-BE49-F238E27FC236}">
                  <a16:creationId xmlns:a16="http://schemas.microsoft.com/office/drawing/2014/main" id="{B28AAEBB-3A24-6CCA-9CDE-0DFF61254C91}"/>
                </a:ext>
              </a:extLst>
            </p:cNvPr>
            <p:cNvSpPr txBox="1"/>
            <p:nvPr/>
          </p:nvSpPr>
          <p:spPr>
            <a:xfrm>
              <a:off x="7513379" y="402509"/>
              <a:ext cx="642620" cy="335989"/>
            </a:xfrm>
            <a:prstGeom prst="rect">
              <a:avLst/>
            </a:prstGeom>
            <a:grpFill/>
          </p:spPr>
          <p:txBody>
            <a:bodyPr vert="horz" wrap="square" lIns="0" tIns="15240" rIns="0" bIns="0" rtlCol="0">
              <a:spAutoFit/>
            </a:bodyPr>
            <a:lstStyle/>
            <a:p>
              <a:pPr marL="15240" marR="6096" indent="2286" algn="ctr">
                <a:spcBef>
                  <a:spcPts val="120"/>
                </a:spcBef>
              </a:pPr>
              <a:r>
                <a:rPr lang="de-DE" sz="1260" spc="-12" dirty="0" err="1">
                  <a:solidFill>
                    <a:srgbClr val="093330"/>
                  </a:solidFill>
                  <a:latin typeface="Inter"/>
                  <a:cs typeface="Inter"/>
                </a:rPr>
                <a:t>Amount</a:t>
              </a:r>
              <a:r>
                <a:rPr lang="de-DE" sz="1260" spc="-12" dirty="0">
                  <a:solidFill>
                    <a:srgbClr val="093330"/>
                  </a:solidFill>
                  <a:latin typeface="Inter"/>
                  <a:cs typeface="Inter"/>
                </a:rPr>
                <a:t> &amp; Quality</a:t>
              </a:r>
              <a:endParaRPr sz="1200" dirty="0">
                <a:latin typeface="Inter"/>
                <a:cs typeface="Inter"/>
              </a:endParaRPr>
            </a:p>
          </p:txBody>
        </p:sp>
      </p:grpSp>
      <p:pic>
        <p:nvPicPr>
          <p:cNvPr id="114" name="object 82">
            <a:extLst>
              <a:ext uri="{FF2B5EF4-FFF2-40B4-BE49-F238E27FC236}">
                <a16:creationId xmlns:a16="http://schemas.microsoft.com/office/drawing/2014/main" id="{F1C2C962-DCD9-447B-D435-1C03C7027331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235187" y="938745"/>
            <a:ext cx="133806" cy="133806"/>
          </a:xfrm>
          <a:prstGeom prst="rect">
            <a:avLst/>
          </a:prstGeom>
        </p:spPr>
      </p:pic>
      <p:sp>
        <p:nvSpPr>
          <p:cNvPr id="117" name="Rechteck 116">
            <a:extLst>
              <a:ext uri="{FF2B5EF4-FFF2-40B4-BE49-F238E27FC236}">
                <a16:creationId xmlns:a16="http://schemas.microsoft.com/office/drawing/2014/main" id="{87408B48-9C1C-F83C-0FB8-7C6BB54D29EE}"/>
              </a:ext>
            </a:extLst>
          </p:cNvPr>
          <p:cNvSpPr/>
          <p:nvPr/>
        </p:nvSpPr>
        <p:spPr>
          <a:xfrm>
            <a:off x="10281061" y="4006360"/>
            <a:ext cx="1407349" cy="1415490"/>
          </a:xfrm>
          <a:prstGeom prst="rect">
            <a:avLst/>
          </a:prstGeom>
          <a:noFill/>
          <a:ln w="73025">
            <a:solidFill>
              <a:srgbClr val="AFC5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465E4256-756C-B9E3-620F-54F1FFC48283}"/>
              </a:ext>
            </a:extLst>
          </p:cNvPr>
          <p:cNvSpPr/>
          <p:nvPr/>
        </p:nvSpPr>
        <p:spPr>
          <a:xfrm>
            <a:off x="10335159" y="3611881"/>
            <a:ext cx="1338680" cy="344017"/>
          </a:xfrm>
          <a:prstGeom prst="rect">
            <a:avLst/>
          </a:prstGeom>
          <a:solidFill>
            <a:srgbClr val="FBFFDF"/>
          </a:solidFill>
          <a:ln>
            <a:solidFill>
              <a:srgbClr val="FBF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119" name="object 44">
            <a:extLst>
              <a:ext uri="{FF2B5EF4-FFF2-40B4-BE49-F238E27FC236}">
                <a16:creationId xmlns:a16="http://schemas.microsoft.com/office/drawing/2014/main" id="{40642F83-B7A4-AD69-BA7A-45B6EF858075}"/>
              </a:ext>
            </a:extLst>
          </p:cNvPr>
          <p:cNvSpPr/>
          <p:nvPr/>
        </p:nvSpPr>
        <p:spPr>
          <a:xfrm>
            <a:off x="10998012" y="3203510"/>
            <a:ext cx="0" cy="997458"/>
          </a:xfrm>
          <a:custGeom>
            <a:avLst/>
            <a:gdLst/>
            <a:ahLst/>
            <a:cxnLst/>
            <a:rect l="l" t="t" r="r" b="b"/>
            <a:pathLst>
              <a:path h="831214">
                <a:moveTo>
                  <a:pt x="0" y="0"/>
                </a:moveTo>
                <a:lnTo>
                  <a:pt x="0" y="831215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E5A06671-081E-A65B-761B-7E8E74579A05}"/>
              </a:ext>
            </a:extLst>
          </p:cNvPr>
          <p:cNvSpPr/>
          <p:nvPr/>
        </p:nvSpPr>
        <p:spPr>
          <a:xfrm>
            <a:off x="11582401" y="4209867"/>
            <a:ext cx="245879" cy="147770"/>
          </a:xfrm>
          <a:prstGeom prst="rect">
            <a:avLst/>
          </a:prstGeom>
          <a:solidFill>
            <a:srgbClr val="9AFAFF"/>
          </a:solidFill>
          <a:ln w="22225">
            <a:solidFill>
              <a:srgbClr val="9A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</p:spTree>
    <p:extLst>
      <p:ext uri="{BB962C8B-B14F-4D97-AF65-F5344CB8AC3E}">
        <p14:creationId xmlns:p14="http://schemas.microsoft.com/office/powerpoint/2010/main" val="20708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75823"/>
            <a:ext cx="12192000" cy="55821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08" y="1673352"/>
            <a:ext cx="1934869" cy="1356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337" y="2888131"/>
            <a:ext cx="206425" cy="1385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9644" y="2888131"/>
            <a:ext cx="206425" cy="1385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" y="2924252"/>
            <a:ext cx="3425951" cy="29919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50" y="4733439"/>
            <a:ext cx="12192000" cy="21342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44088" y="5063948"/>
            <a:ext cx="405992" cy="1572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43626" y="5063948"/>
            <a:ext cx="405992" cy="1572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7523" y="5063948"/>
            <a:ext cx="2472536" cy="15727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39171" y="5667189"/>
            <a:ext cx="2024735" cy="4031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118110" algn="r">
              <a:spcBef>
                <a:spcPts val="120"/>
              </a:spcBef>
            </a:pP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Intermittent</a:t>
            </a:r>
            <a:r>
              <a:rPr sz="1260" spc="6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/</a:t>
            </a:r>
            <a:r>
              <a:rPr sz="1260" spc="7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pulse</a:t>
            </a:r>
            <a:r>
              <a:rPr sz="126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spc="-12" dirty="0">
                <a:solidFill>
                  <a:srgbClr val="093330"/>
                </a:solidFill>
                <a:latin typeface="Inter"/>
                <a:cs typeface="Inter"/>
              </a:rPr>
              <a:t>Feeding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every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48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hours</a:t>
            </a:r>
            <a:r>
              <a:rPr sz="126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20</a:t>
            </a:r>
            <a:r>
              <a:rPr sz="1260" spc="4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dirty="0">
                <a:solidFill>
                  <a:srgbClr val="093330"/>
                </a:solidFill>
                <a:latin typeface="Inter"/>
                <a:cs typeface="Inter"/>
              </a:rPr>
              <a:t>%</a:t>
            </a:r>
            <a:r>
              <a:rPr sz="126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60" spc="-12" dirty="0">
                <a:solidFill>
                  <a:srgbClr val="093330"/>
                </a:solidFill>
                <a:latin typeface="Inter"/>
                <a:cs typeface="Inter"/>
              </a:rPr>
              <a:t>increase</a:t>
            </a:r>
            <a:endParaRPr sz="126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6952" y="2073924"/>
            <a:ext cx="1561794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Vortex</a:t>
            </a:r>
            <a:r>
              <a:rPr sz="1200" spc="11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Cavitation</a:t>
            </a:r>
            <a:r>
              <a:rPr sz="1200" spc="10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30" dirty="0">
                <a:solidFill>
                  <a:srgbClr val="093330"/>
                </a:solidFill>
                <a:latin typeface="Inter"/>
                <a:cs typeface="Inter"/>
              </a:rPr>
              <a:t>10%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 increase,</a:t>
            </a:r>
            <a:r>
              <a:rPr sz="120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improved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mixing</a:t>
            </a:r>
            <a:r>
              <a:rPr sz="120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dirty="0">
                <a:solidFill>
                  <a:srgbClr val="093330"/>
                </a:solidFill>
                <a:latin typeface="Inter"/>
                <a:cs typeface="Inter"/>
              </a:rPr>
              <a:t>and</a:t>
            </a:r>
            <a:r>
              <a:rPr sz="1200" spc="7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200" spc="-12" dirty="0">
                <a:solidFill>
                  <a:srgbClr val="093330"/>
                </a:solidFill>
                <a:latin typeface="Inter"/>
                <a:cs typeface="Inter"/>
              </a:rPr>
              <a:t>pumping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95425" y="1256451"/>
            <a:ext cx="786384" cy="1815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Biogas</a:t>
            </a:r>
            <a:r>
              <a:rPr sz="1080" b="1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outlet</a:t>
            </a:r>
            <a:endParaRPr sz="960" b="1" dirty="0">
              <a:latin typeface="Inter"/>
              <a:cs typeface="Inter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40059" y="2522120"/>
            <a:ext cx="1448350" cy="5139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478" marR="6096" algn="ctr">
              <a:spcBef>
                <a:spcPts val="120"/>
              </a:spcBef>
            </a:pP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Cristobalite</a:t>
            </a:r>
            <a:r>
              <a:rPr sz="1080" b="1" spc="15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biofilter</a:t>
            </a:r>
            <a:r>
              <a:rPr lang="de-DE" sz="108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and</a:t>
            </a:r>
            <a:r>
              <a:rPr sz="1080" b="1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marine</a:t>
            </a:r>
            <a:r>
              <a:rPr sz="1080" b="1" spc="6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algae</a:t>
            </a:r>
            <a:r>
              <a:rPr sz="1080" b="1" spc="6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24" dirty="0">
                <a:solidFill>
                  <a:srgbClr val="093330"/>
                </a:solidFill>
                <a:latin typeface="Inter"/>
                <a:cs typeface="Inter"/>
              </a:rPr>
              <a:t>90+%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reductions</a:t>
            </a:r>
            <a:r>
              <a:rPr sz="1080" b="1" spc="9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COD,N,P</a:t>
            </a:r>
            <a:endParaRPr sz="1080" b="1" dirty="0">
              <a:latin typeface="Inter"/>
              <a:cs typeface="Inter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43583" y="5765136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1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1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9" name="object 19"/>
          <p:cNvSpPr txBox="1"/>
          <p:nvPr/>
        </p:nvSpPr>
        <p:spPr>
          <a:xfrm>
            <a:off x="1264617" y="5725705"/>
            <a:ext cx="384652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#1.2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99332" y="2103750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1" name="object 21"/>
          <p:cNvSpPr txBox="1"/>
          <p:nvPr/>
        </p:nvSpPr>
        <p:spPr>
          <a:xfrm>
            <a:off x="2425116" y="2084807"/>
            <a:ext cx="401990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#1.</a:t>
            </a:r>
            <a:r>
              <a:rPr lang="de-DE"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1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7011" y="1021855"/>
            <a:ext cx="1235972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440" dirty="0">
                <a:solidFill>
                  <a:srgbClr val="093330"/>
                </a:solidFill>
                <a:latin typeface="Inter"/>
                <a:cs typeface="Inter"/>
              </a:rPr>
              <a:t>Additives</a:t>
            </a:r>
            <a:r>
              <a:rPr sz="1440" spc="7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440" dirty="0">
                <a:solidFill>
                  <a:srgbClr val="093330"/>
                </a:solidFill>
                <a:latin typeface="Inter"/>
                <a:cs typeface="Inter"/>
              </a:rPr>
              <a:t>80%</a:t>
            </a:r>
            <a:r>
              <a:rPr sz="144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440" spc="-30" dirty="0">
                <a:solidFill>
                  <a:srgbClr val="093330"/>
                </a:solidFill>
                <a:latin typeface="Inter"/>
                <a:cs typeface="Inter"/>
              </a:rPr>
              <a:t>GHG</a:t>
            </a:r>
            <a:r>
              <a:rPr sz="1440" spc="-12" dirty="0">
                <a:solidFill>
                  <a:srgbClr val="093330"/>
                </a:solidFill>
                <a:latin typeface="Inter"/>
                <a:cs typeface="Inter"/>
              </a:rPr>
              <a:t> reduction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99332" y="1083455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40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4" name="object 24"/>
          <p:cNvSpPr txBox="1"/>
          <p:nvPr/>
        </p:nvSpPr>
        <p:spPr>
          <a:xfrm>
            <a:off x="2436687" y="1065762"/>
            <a:ext cx="348980" cy="2231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#2.2</a:t>
            </a:r>
            <a:endParaRPr sz="1500" dirty="0">
              <a:latin typeface="Bebas Neue Pro"/>
              <a:cs typeface="Bebas Neue Pr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25204" y="2214034"/>
            <a:ext cx="1352848" cy="4216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1320" spc="-12" dirty="0">
                <a:solidFill>
                  <a:srgbClr val="093330"/>
                </a:solidFill>
                <a:latin typeface="Inter"/>
                <a:cs typeface="Inter"/>
              </a:rPr>
              <a:t>Additives </a:t>
            </a:r>
            <a:r>
              <a:rPr sz="1320" dirty="0">
                <a:solidFill>
                  <a:srgbClr val="093330"/>
                </a:solidFill>
                <a:latin typeface="Inter"/>
                <a:cs typeface="Inter"/>
              </a:rPr>
              <a:t>80%</a:t>
            </a:r>
            <a:r>
              <a:rPr sz="1320" spc="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320" spc="-30" dirty="0">
                <a:solidFill>
                  <a:srgbClr val="093330"/>
                </a:solidFill>
                <a:latin typeface="Inter"/>
                <a:cs typeface="Inter"/>
              </a:rPr>
              <a:t>GHG</a:t>
            </a:r>
            <a:endParaRPr sz="1320" dirty="0">
              <a:latin typeface="Inter"/>
              <a:cs typeface="Inter"/>
            </a:endParaRPr>
          </a:p>
          <a:p>
            <a:pPr marL="15240"/>
            <a:r>
              <a:rPr sz="1320" spc="-12" dirty="0">
                <a:solidFill>
                  <a:srgbClr val="093330"/>
                </a:solidFill>
                <a:latin typeface="Inter"/>
                <a:cs typeface="Inter"/>
              </a:rPr>
              <a:t>reduction</a:t>
            </a:r>
            <a:endParaRPr sz="1320" dirty="0">
              <a:latin typeface="Inter"/>
              <a:cs typeface="Inter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87714" y="2245908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39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7" name="object 27"/>
          <p:cNvSpPr txBox="1"/>
          <p:nvPr/>
        </p:nvSpPr>
        <p:spPr>
          <a:xfrm>
            <a:off x="8214719" y="2219244"/>
            <a:ext cx="418800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#2.2</a:t>
            </a:r>
            <a:endParaRPr sz="1500" dirty="0">
              <a:latin typeface="Bebas Neue Pro"/>
              <a:cs typeface="Bebas Neue Pro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217121" y="3766714"/>
            <a:ext cx="1561780" cy="168981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27674" y="1735532"/>
            <a:ext cx="1565452" cy="371612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35158" y="4208068"/>
            <a:ext cx="1856842" cy="101315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19897" y="4149547"/>
            <a:ext cx="1949500" cy="1294789"/>
          </a:xfrm>
          <a:prstGeom prst="rect">
            <a:avLst/>
          </a:prstGeom>
        </p:spPr>
      </p:pic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50EC9E3-0BB9-85F2-AF48-989291CD976D}"/>
              </a:ext>
            </a:extLst>
          </p:cNvPr>
          <p:cNvGrpSpPr/>
          <p:nvPr/>
        </p:nvGrpSpPr>
        <p:grpSpPr>
          <a:xfrm>
            <a:off x="4303775" y="2488997"/>
            <a:ext cx="1565452" cy="2962655"/>
            <a:chOff x="3586479" y="2074164"/>
            <a:chExt cx="1304543" cy="2468879"/>
          </a:xfrm>
        </p:grpSpPr>
        <p:pic>
          <p:nvPicPr>
            <p:cNvPr id="12" name="object 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86479" y="2074164"/>
              <a:ext cx="1304543" cy="246887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682213" y="3115828"/>
              <a:ext cx="805180" cy="255270"/>
            </a:xfrm>
            <a:custGeom>
              <a:avLst/>
              <a:gdLst/>
              <a:ahLst/>
              <a:cxnLst/>
              <a:rect l="l" t="t" r="r" b="b"/>
              <a:pathLst>
                <a:path w="805179" h="255270">
                  <a:moveTo>
                    <a:pt x="766711" y="0"/>
                  </a:moveTo>
                  <a:lnTo>
                    <a:pt x="38099" y="0"/>
                  </a:lnTo>
                  <a:lnTo>
                    <a:pt x="23268" y="2995"/>
                  </a:lnTo>
                  <a:lnTo>
                    <a:pt x="11158" y="11163"/>
                  </a:lnTo>
                  <a:lnTo>
                    <a:pt x="2993" y="23274"/>
                  </a:lnTo>
                  <a:lnTo>
                    <a:pt x="0" y="38099"/>
                  </a:lnTo>
                  <a:lnTo>
                    <a:pt x="0" y="216573"/>
                  </a:lnTo>
                  <a:lnTo>
                    <a:pt x="2993" y="231404"/>
                  </a:lnTo>
                  <a:lnTo>
                    <a:pt x="11158" y="243514"/>
                  </a:lnTo>
                  <a:lnTo>
                    <a:pt x="23268" y="251679"/>
                  </a:lnTo>
                  <a:lnTo>
                    <a:pt x="38099" y="254673"/>
                  </a:lnTo>
                  <a:lnTo>
                    <a:pt x="766711" y="254673"/>
                  </a:lnTo>
                  <a:lnTo>
                    <a:pt x="781542" y="251679"/>
                  </a:lnTo>
                  <a:lnTo>
                    <a:pt x="793653" y="243514"/>
                  </a:lnTo>
                  <a:lnTo>
                    <a:pt x="801817" y="231404"/>
                  </a:lnTo>
                  <a:lnTo>
                    <a:pt x="804811" y="216573"/>
                  </a:lnTo>
                  <a:lnTo>
                    <a:pt x="804811" y="38099"/>
                  </a:lnTo>
                  <a:lnTo>
                    <a:pt x="801817" y="23274"/>
                  </a:lnTo>
                  <a:lnTo>
                    <a:pt x="793653" y="11163"/>
                  </a:lnTo>
                  <a:lnTo>
                    <a:pt x="781542" y="2995"/>
                  </a:lnTo>
                  <a:lnTo>
                    <a:pt x="766711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3696444" y="3175496"/>
              <a:ext cx="715645" cy="13593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5240" algn="ctr">
                <a:spcBef>
                  <a:spcPts val="120"/>
                </a:spcBef>
              </a:pPr>
              <a:r>
                <a:rPr sz="960" b="1" dirty="0" err="1">
                  <a:solidFill>
                    <a:srgbClr val="092F2E"/>
                  </a:solidFill>
                  <a:latin typeface="Inter"/>
                  <a:cs typeface="Inter"/>
                </a:rPr>
                <a:t>Digєstєr</a:t>
              </a:r>
              <a:r>
                <a:rPr sz="960" b="1" spc="-36" dirty="0">
                  <a:solidFill>
                    <a:srgbClr val="092F2E"/>
                  </a:solidFill>
                  <a:latin typeface="Inter"/>
                  <a:cs typeface="Inter"/>
                </a:rPr>
                <a:t> </a:t>
              </a:r>
              <a:r>
                <a:rPr sz="960" b="1" spc="-12" dirty="0">
                  <a:solidFill>
                    <a:srgbClr val="092F2E"/>
                  </a:solidFill>
                  <a:latin typeface="Inter"/>
                  <a:cs typeface="Inter"/>
                </a:rPr>
                <a:t>Tan</a:t>
              </a:r>
              <a:r>
                <a:rPr lang="de-DE" sz="960" b="1" spc="-12" dirty="0">
                  <a:solidFill>
                    <a:srgbClr val="092F2E"/>
                  </a:solidFill>
                  <a:latin typeface="Inter"/>
                  <a:cs typeface="Inter"/>
                </a:rPr>
                <a:t>k</a:t>
              </a:r>
              <a:endParaRPr sz="960" dirty="0">
                <a:latin typeface="Inter"/>
                <a:cs typeface="Inter"/>
              </a:endParaRPr>
            </a:p>
          </p:txBody>
        </p:sp>
      </p:grpSp>
      <p:sp>
        <p:nvSpPr>
          <p:cNvPr id="44" name="object 44"/>
          <p:cNvSpPr/>
          <p:nvPr/>
        </p:nvSpPr>
        <p:spPr>
          <a:xfrm>
            <a:off x="10998012" y="3203510"/>
            <a:ext cx="0" cy="997458"/>
          </a:xfrm>
          <a:custGeom>
            <a:avLst/>
            <a:gdLst/>
            <a:ahLst/>
            <a:cxnLst/>
            <a:rect l="l" t="t" r="r" b="b"/>
            <a:pathLst>
              <a:path h="831214">
                <a:moveTo>
                  <a:pt x="0" y="0"/>
                </a:moveTo>
                <a:lnTo>
                  <a:pt x="0" y="831215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grpSp>
        <p:nvGrpSpPr>
          <p:cNvPr id="47" name="object 47"/>
          <p:cNvGrpSpPr/>
          <p:nvPr/>
        </p:nvGrpSpPr>
        <p:grpSpPr>
          <a:xfrm>
            <a:off x="5102720" y="908521"/>
            <a:ext cx="2397252" cy="1589532"/>
            <a:chOff x="4252267" y="757101"/>
            <a:chExt cx="1997710" cy="1324610"/>
          </a:xfrm>
        </p:grpSpPr>
        <p:sp>
          <p:nvSpPr>
            <p:cNvPr id="48" name="object 48"/>
            <p:cNvSpPr/>
            <p:nvPr/>
          </p:nvSpPr>
          <p:spPr>
            <a:xfrm>
              <a:off x="4258617" y="1773444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586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481194" y="763451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649230" y="967651"/>
            <a:ext cx="771144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2286">
              <a:spcBef>
                <a:spcPts val="120"/>
              </a:spcBef>
            </a:pP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Temperature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Pressure,</a:t>
            </a:r>
            <a:r>
              <a:rPr sz="1080" b="1" spc="137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30" dirty="0">
                <a:solidFill>
                  <a:srgbClr val="093330"/>
                </a:solidFill>
                <a:latin typeface="Inter"/>
                <a:cs typeface="Inter"/>
              </a:rPr>
              <a:t>PH</a:t>
            </a:r>
            <a:endParaRPr sz="960" b="1" dirty="0">
              <a:latin typeface="Inter"/>
              <a:cs typeface="Inter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319507" y="1177544"/>
            <a:ext cx="5459730" cy="2935224"/>
            <a:chOff x="5266255" y="981287"/>
            <a:chExt cx="4549775" cy="2446020"/>
          </a:xfrm>
        </p:grpSpPr>
        <p:sp>
          <p:nvSpPr>
            <p:cNvPr id="52" name="object 52"/>
            <p:cNvSpPr/>
            <p:nvPr/>
          </p:nvSpPr>
          <p:spPr>
            <a:xfrm>
              <a:off x="5862194" y="1144451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586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509411" y="987637"/>
              <a:ext cx="795655" cy="292100"/>
            </a:xfrm>
            <a:custGeom>
              <a:avLst/>
              <a:gdLst/>
              <a:ahLst/>
              <a:cxnLst/>
              <a:rect l="l" t="t" r="r" b="b"/>
              <a:pathLst>
                <a:path w="795654" h="292100">
                  <a:moveTo>
                    <a:pt x="731837" y="292100"/>
                  </a:moveTo>
                  <a:lnTo>
                    <a:pt x="63500" y="292100"/>
                  </a:lnTo>
                  <a:lnTo>
                    <a:pt x="38779" y="287109"/>
                  </a:lnTo>
                  <a:lnTo>
                    <a:pt x="18595" y="273499"/>
                  </a:lnTo>
                  <a:lnTo>
                    <a:pt x="4989" y="253314"/>
                  </a:lnTo>
                  <a:lnTo>
                    <a:pt x="0" y="228600"/>
                  </a:lnTo>
                  <a:lnTo>
                    <a:pt x="0" y="63500"/>
                  </a:lnTo>
                  <a:lnTo>
                    <a:pt x="4989" y="38785"/>
                  </a:lnTo>
                  <a:lnTo>
                    <a:pt x="18595" y="18600"/>
                  </a:lnTo>
                  <a:lnTo>
                    <a:pt x="38779" y="4990"/>
                  </a:lnTo>
                  <a:lnTo>
                    <a:pt x="63500" y="0"/>
                  </a:lnTo>
                  <a:lnTo>
                    <a:pt x="731837" y="0"/>
                  </a:lnTo>
                  <a:lnTo>
                    <a:pt x="756552" y="4990"/>
                  </a:lnTo>
                  <a:lnTo>
                    <a:pt x="776736" y="18600"/>
                  </a:lnTo>
                  <a:lnTo>
                    <a:pt x="790346" y="38785"/>
                  </a:lnTo>
                  <a:lnTo>
                    <a:pt x="795337" y="63500"/>
                  </a:lnTo>
                  <a:lnTo>
                    <a:pt x="795337" y="228600"/>
                  </a:lnTo>
                  <a:lnTo>
                    <a:pt x="790346" y="253314"/>
                  </a:lnTo>
                  <a:lnTo>
                    <a:pt x="776736" y="273499"/>
                  </a:lnTo>
                  <a:lnTo>
                    <a:pt x="756552" y="287109"/>
                  </a:lnTo>
                  <a:lnTo>
                    <a:pt x="731837" y="2921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4" name="object 54"/>
            <p:cNvSpPr/>
            <p:nvPr/>
          </p:nvSpPr>
          <p:spPr>
            <a:xfrm>
              <a:off x="8520454" y="2073466"/>
              <a:ext cx="1289685" cy="596265"/>
            </a:xfrm>
            <a:custGeom>
              <a:avLst/>
              <a:gdLst/>
              <a:ahLst/>
              <a:cxnLst/>
              <a:rect l="l" t="t" r="r" b="b"/>
              <a:pathLst>
                <a:path w="1289684" h="596264">
                  <a:moveTo>
                    <a:pt x="1225613" y="596125"/>
                  </a:moveTo>
                  <a:lnTo>
                    <a:pt x="63500" y="596125"/>
                  </a:lnTo>
                  <a:lnTo>
                    <a:pt x="38779" y="591134"/>
                  </a:lnTo>
                  <a:lnTo>
                    <a:pt x="18595" y="577524"/>
                  </a:lnTo>
                  <a:lnTo>
                    <a:pt x="4989" y="557340"/>
                  </a:lnTo>
                  <a:lnTo>
                    <a:pt x="0" y="532625"/>
                  </a:lnTo>
                  <a:lnTo>
                    <a:pt x="0" y="63499"/>
                  </a:lnTo>
                  <a:lnTo>
                    <a:pt x="4989" y="38785"/>
                  </a:lnTo>
                  <a:lnTo>
                    <a:pt x="18595" y="18600"/>
                  </a:lnTo>
                  <a:lnTo>
                    <a:pt x="38779" y="4990"/>
                  </a:lnTo>
                  <a:lnTo>
                    <a:pt x="63500" y="0"/>
                  </a:lnTo>
                  <a:lnTo>
                    <a:pt x="1225613" y="0"/>
                  </a:lnTo>
                  <a:lnTo>
                    <a:pt x="1250328" y="4990"/>
                  </a:lnTo>
                  <a:lnTo>
                    <a:pt x="1270512" y="18600"/>
                  </a:lnTo>
                  <a:lnTo>
                    <a:pt x="1284122" y="38785"/>
                  </a:lnTo>
                  <a:lnTo>
                    <a:pt x="1289113" y="63499"/>
                  </a:lnTo>
                  <a:lnTo>
                    <a:pt x="1289113" y="532625"/>
                  </a:lnTo>
                  <a:lnTo>
                    <a:pt x="1284122" y="557340"/>
                  </a:lnTo>
                  <a:lnTo>
                    <a:pt x="1270512" y="577524"/>
                  </a:lnTo>
                  <a:lnTo>
                    <a:pt x="1250328" y="591134"/>
                  </a:lnTo>
                  <a:lnTo>
                    <a:pt x="1225613" y="596125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907077" y="127973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0"/>
                  </a:moveTo>
                  <a:lnTo>
                    <a:pt x="0" y="13901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6" name="object 56"/>
            <p:cNvSpPr/>
            <p:nvPr/>
          </p:nvSpPr>
          <p:spPr>
            <a:xfrm>
              <a:off x="5266255" y="3095299"/>
              <a:ext cx="805180" cy="332105"/>
            </a:xfrm>
            <a:custGeom>
              <a:avLst/>
              <a:gdLst/>
              <a:ahLst/>
              <a:cxnLst/>
              <a:rect l="l" t="t" r="r" b="b"/>
              <a:pathLst>
                <a:path w="805179" h="332104">
                  <a:moveTo>
                    <a:pt x="766711" y="0"/>
                  </a:moveTo>
                  <a:lnTo>
                    <a:pt x="38099" y="0"/>
                  </a:lnTo>
                  <a:lnTo>
                    <a:pt x="23268" y="2995"/>
                  </a:lnTo>
                  <a:lnTo>
                    <a:pt x="11158" y="11163"/>
                  </a:lnTo>
                  <a:lnTo>
                    <a:pt x="2993" y="23274"/>
                  </a:lnTo>
                  <a:lnTo>
                    <a:pt x="0" y="38100"/>
                  </a:lnTo>
                  <a:lnTo>
                    <a:pt x="0" y="293865"/>
                  </a:lnTo>
                  <a:lnTo>
                    <a:pt x="2993" y="308696"/>
                  </a:lnTo>
                  <a:lnTo>
                    <a:pt x="11158" y="320806"/>
                  </a:lnTo>
                  <a:lnTo>
                    <a:pt x="23268" y="328971"/>
                  </a:lnTo>
                  <a:lnTo>
                    <a:pt x="38099" y="331965"/>
                  </a:lnTo>
                  <a:lnTo>
                    <a:pt x="766711" y="331965"/>
                  </a:lnTo>
                  <a:lnTo>
                    <a:pt x="781542" y="328971"/>
                  </a:lnTo>
                  <a:lnTo>
                    <a:pt x="793653" y="320806"/>
                  </a:lnTo>
                  <a:lnTo>
                    <a:pt x="801817" y="308696"/>
                  </a:lnTo>
                  <a:lnTo>
                    <a:pt x="804811" y="293865"/>
                  </a:lnTo>
                  <a:lnTo>
                    <a:pt x="804811" y="38100"/>
                  </a:lnTo>
                  <a:lnTo>
                    <a:pt x="801817" y="23274"/>
                  </a:lnTo>
                  <a:lnTo>
                    <a:pt x="793653" y="11163"/>
                  </a:lnTo>
                  <a:lnTo>
                    <a:pt x="781542" y="2995"/>
                  </a:lnTo>
                  <a:lnTo>
                    <a:pt x="766711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pic>
        <p:nvPicPr>
          <p:cNvPr id="59" name="object 5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2829" y="5063946"/>
            <a:ext cx="3652120" cy="157276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6367073" y="3751718"/>
            <a:ext cx="870966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 indent="6096" algn="ctr">
              <a:spcBef>
                <a:spcPts val="120"/>
              </a:spcBef>
            </a:pPr>
            <a:r>
              <a:rPr sz="960" b="1" dirty="0" err="1">
                <a:solidFill>
                  <a:srgbClr val="092F2E"/>
                </a:solidFill>
                <a:latin typeface="Inter"/>
                <a:cs typeface="Inter"/>
              </a:rPr>
              <a:t>Digєstєr</a:t>
            </a:r>
            <a:r>
              <a:rPr sz="960" b="1" spc="-36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spc="-24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24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r>
              <a:rPr sz="960" b="1" spc="600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2F2E"/>
                </a:solidFill>
                <a:latin typeface="Inter"/>
                <a:cs typeface="Inter"/>
              </a:rPr>
              <a:t>with</a:t>
            </a:r>
            <a:r>
              <a:rPr sz="960" b="1" spc="-12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2F2E"/>
                </a:solidFill>
                <a:latin typeface="Inter"/>
                <a:cs typeface="Inter"/>
              </a:rPr>
              <a:t>Gas </a:t>
            </a:r>
            <a:r>
              <a:rPr sz="960" b="1" spc="-42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960" b="1" spc="-42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8511631" y="4405451"/>
            <a:ext cx="966216" cy="281940"/>
          </a:xfrm>
          <a:custGeom>
            <a:avLst/>
            <a:gdLst/>
            <a:ahLst/>
            <a:cxnLst/>
            <a:rect l="l" t="t" r="r" b="b"/>
            <a:pathLst>
              <a:path w="805179" h="234950">
                <a:moveTo>
                  <a:pt x="772782" y="0"/>
                </a:moveTo>
                <a:lnTo>
                  <a:pt x="32016" y="0"/>
                </a:lnTo>
                <a:lnTo>
                  <a:pt x="19556" y="2516"/>
                </a:lnTo>
                <a:lnTo>
                  <a:pt x="9378" y="9378"/>
                </a:lnTo>
                <a:lnTo>
                  <a:pt x="2516" y="19556"/>
                </a:lnTo>
                <a:lnTo>
                  <a:pt x="0" y="32016"/>
                </a:lnTo>
                <a:lnTo>
                  <a:pt x="0" y="202501"/>
                </a:lnTo>
                <a:lnTo>
                  <a:pt x="2516" y="214969"/>
                </a:lnTo>
                <a:lnTo>
                  <a:pt x="9378" y="225150"/>
                </a:lnTo>
                <a:lnTo>
                  <a:pt x="19556" y="232014"/>
                </a:lnTo>
                <a:lnTo>
                  <a:pt x="32016" y="234530"/>
                </a:lnTo>
                <a:lnTo>
                  <a:pt x="772782" y="234530"/>
                </a:lnTo>
                <a:lnTo>
                  <a:pt x="785250" y="232014"/>
                </a:lnTo>
                <a:lnTo>
                  <a:pt x="795431" y="225150"/>
                </a:lnTo>
                <a:lnTo>
                  <a:pt x="802294" y="214969"/>
                </a:lnTo>
                <a:lnTo>
                  <a:pt x="804811" y="202501"/>
                </a:lnTo>
                <a:lnTo>
                  <a:pt x="804811" y="32016"/>
                </a:lnTo>
                <a:lnTo>
                  <a:pt x="802294" y="19556"/>
                </a:lnTo>
                <a:lnTo>
                  <a:pt x="795431" y="9378"/>
                </a:lnTo>
                <a:lnTo>
                  <a:pt x="785250" y="2516"/>
                </a:lnTo>
                <a:lnTo>
                  <a:pt x="772782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1" name="object 61"/>
          <p:cNvSpPr txBox="1"/>
          <p:nvPr/>
        </p:nvSpPr>
        <p:spPr>
          <a:xfrm>
            <a:off x="8617242" y="4435226"/>
            <a:ext cx="886039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1200" b="1" dirty="0" err="1">
                <a:solidFill>
                  <a:srgbClr val="092F2E"/>
                </a:solidFill>
                <a:latin typeface="Inter"/>
                <a:cs typeface="Inter"/>
              </a:rPr>
              <a:t>Outlєt</a:t>
            </a:r>
            <a:r>
              <a:rPr sz="1200" b="1" spc="12" dirty="0">
                <a:solidFill>
                  <a:srgbClr val="092F2E"/>
                </a:solidFill>
                <a:latin typeface="Inter"/>
                <a:cs typeface="Inter"/>
              </a:rPr>
              <a:t> </a:t>
            </a:r>
            <a:r>
              <a:rPr sz="1200" b="1" spc="-24" dirty="0">
                <a:solidFill>
                  <a:srgbClr val="092F2E"/>
                </a:solidFill>
                <a:latin typeface="Inter"/>
                <a:cs typeface="Inter"/>
              </a:rPr>
              <a:t>Tan</a:t>
            </a:r>
            <a:r>
              <a:rPr lang="de-DE" sz="1200" b="1" spc="-24" dirty="0">
                <a:solidFill>
                  <a:srgbClr val="092F2E"/>
                </a:solidFill>
                <a:latin typeface="Inter"/>
                <a:cs typeface="Inter"/>
              </a:rPr>
              <a:t>k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122988" y="5142189"/>
            <a:ext cx="0" cy="392430"/>
          </a:xfrm>
          <a:custGeom>
            <a:avLst/>
            <a:gdLst/>
            <a:ahLst/>
            <a:cxnLst/>
            <a:rect l="l" t="t" r="r" b="b"/>
            <a:pathLst>
              <a:path h="327025">
                <a:moveTo>
                  <a:pt x="0" y="0"/>
                </a:moveTo>
                <a:lnTo>
                  <a:pt x="0" y="32673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4" name="object 64"/>
          <p:cNvSpPr/>
          <p:nvPr/>
        </p:nvSpPr>
        <p:spPr>
          <a:xfrm>
            <a:off x="6047770" y="5142189"/>
            <a:ext cx="0" cy="392430"/>
          </a:xfrm>
          <a:custGeom>
            <a:avLst/>
            <a:gdLst/>
            <a:ahLst/>
            <a:cxnLst/>
            <a:rect l="l" t="t" r="r" b="b"/>
            <a:pathLst>
              <a:path h="327025">
                <a:moveTo>
                  <a:pt x="0" y="0"/>
                </a:moveTo>
                <a:lnTo>
                  <a:pt x="0" y="32673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5" name="object 65"/>
          <p:cNvSpPr/>
          <p:nvPr/>
        </p:nvSpPr>
        <p:spPr>
          <a:xfrm rot="16200000" flipV="1">
            <a:off x="2359144" y="2681720"/>
            <a:ext cx="746516" cy="54863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29712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 dirty="0"/>
          </a:p>
        </p:txBody>
      </p:sp>
      <p:sp>
        <p:nvSpPr>
          <p:cNvPr id="66" name="object 66"/>
          <p:cNvSpPr/>
          <p:nvPr/>
        </p:nvSpPr>
        <p:spPr>
          <a:xfrm>
            <a:off x="1556408" y="1199030"/>
            <a:ext cx="843534" cy="0"/>
          </a:xfrm>
          <a:custGeom>
            <a:avLst/>
            <a:gdLst/>
            <a:ahLst/>
            <a:cxnLst/>
            <a:rect l="l" t="t" r="r" b="b"/>
            <a:pathLst>
              <a:path w="702944">
                <a:moveTo>
                  <a:pt x="702437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67" name="object 6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85165" y="810159"/>
            <a:ext cx="779068" cy="779068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8222187" y="2968110"/>
            <a:ext cx="127254" cy="114300"/>
          </a:xfrm>
          <a:custGeom>
            <a:avLst/>
            <a:gdLst/>
            <a:ahLst/>
            <a:cxnLst/>
            <a:rect l="l" t="t" r="r" b="b"/>
            <a:pathLst>
              <a:path w="106045" h="95250">
                <a:moveTo>
                  <a:pt x="28232" y="0"/>
                </a:moveTo>
                <a:lnTo>
                  <a:pt x="24498" y="1498"/>
                </a:lnTo>
                <a:lnTo>
                  <a:pt x="0" y="58902"/>
                </a:lnTo>
                <a:lnTo>
                  <a:pt x="1498" y="62636"/>
                </a:lnTo>
                <a:lnTo>
                  <a:pt x="74510" y="93802"/>
                </a:lnTo>
                <a:lnTo>
                  <a:pt x="77736" y="95173"/>
                </a:lnTo>
                <a:lnTo>
                  <a:pt x="81470" y="93675"/>
                </a:lnTo>
                <a:lnTo>
                  <a:pt x="105968" y="36283"/>
                </a:lnTo>
                <a:lnTo>
                  <a:pt x="104470" y="32550"/>
                </a:lnTo>
                <a:lnTo>
                  <a:pt x="28232" y="0"/>
                </a:lnTo>
                <a:close/>
              </a:path>
            </a:pathLst>
          </a:custGeom>
          <a:solidFill>
            <a:srgbClr val="D94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69" name="object 69"/>
          <p:cNvSpPr/>
          <p:nvPr/>
        </p:nvSpPr>
        <p:spPr>
          <a:xfrm>
            <a:off x="8244787" y="2977757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87629" h="87630">
                <a:moveTo>
                  <a:pt x="28232" y="0"/>
                </a:moveTo>
                <a:lnTo>
                  <a:pt x="24511" y="1498"/>
                </a:lnTo>
                <a:lnTo>
                  <a:pt x="0" y="58902"/>
                </a:lnTo>
                <a:lnTo>
                  <a:pt x="1498" y="62636"/>
                </a:lnTo>
                <a:lnTo>
                  <a:pt x="55676" y="85763"/>
                </a:lnTo>
                <a:lnTo>
                  <a:pt x="58902" y="87134"/>
                </a:lnTo>
                <a:lnTo>
                  <a:pt x="62636" y="85636"/>
                </a:lnTo>
                <a:lnTo>
                  <a:pt x="87134" y="28244"/>
                </a:lnTo>
                <a:lnTo>
                  <a:pt x="85636" y="24511"/>
                </a:lnTo>
                <a:lnTo>
                  <a:pt x="28232" y="0"/>
                </a:lnTo>
                <a:close/>
              </a:path>
            </a:pathLst>
          </a:custGeom>
          <a:solidFill>
            <a:srgbClr val="FF612C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70" name="object 7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44583" y="2893261"/>
            <a:ext cx="228604" cy="214668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8299564" y="2869586"/>
            <a:ext cx="25146" cy="85344"/>
          </a:xfrm>
          <a:custGeom>
            <a:avLst/>
            <a:gdLst/>
            <a:ahLst/>
            <a:cxnLst/>
            <a:rect l="l" t="t" r="r" b="b"/>
            <a:pathLst>
              <a:path w="20954" h="71119">
                <a:moveTo>
                  <a:pt x="0" y="70802"/>
                </a:moveTo>
                <a:lnTo>
                  <a:pt x="20485" y="70802"/>
                </a:lnTo>
                <a:lnTo>
                  <a:pt x="20485" y="0"/>
                </a:lnTo>
                <a:lnTo>
                  <a:pt x="0" y="0"/>
                </a:lnTo>
                <a:lnTo>
                  <a:pt x="0" y="70802"/>
                </a:lnTo>
                <a:close/>
              </a:path>
            </a:pathLst>
          </a:custGeom>
          <a:solidFill>
            <a:srgbClr val="D94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2" name="object 72"/>
          <p:cNvSpPr/>
          <p:nvPr/>
        </p:nvSpPr>
        <p:spPr>
          <a:xfrm>
            <a:off x="8324146" y="2869587"/>
            <a:ext cx="84582" cy="84582"/>
          </a:xfrm>
          <a:custGeom>
            <a:avLst/>
            <a:gdLst/>
            <a:ahLst/>
            <a:cxnLst/>
            <a:rect l="l" t="t" r="r" b="b"/>
            <a:pathLst>
              <a:path w="70484" h="70485">
                <a:moveTo>
                  <a:pt x="65125" y="0"/>
                </a:moveTo>
                <a:lnTo>
                  <a:pt x="2743" y="2057"/>
                </a:lnTo>
                <a:lnTo>
                  <a:pt x="0" y="4991"/>
                </a:lnTo>
                <a:lnTo>
                  <a:pt x="2057" y="67373"/>
                </a:lnTo>
                <a:lnTo>
                  <a:pt x="4991" y="70116"/>
                </a:lnTo>
                <a:lnTo>
                  <a:pt x="63868" y="68173"/>
                </a:lnTo>
                <a:lnTo>
                  <a:pt x="67373" y="68059"/>
                </a:lnTo>
                <a:lnTo>
                  <a:pt x="70116" y="65125"/>
                </a:lnTo>
                <a:lnTo>
                  <a:pt x="68059" y="2743"/>
                </a:lnTo>
                <a:lnTo>
                  <a:pt x="65125" y="0"/>
                </a:lnTo>
                <a:close/>
              </a:path>
            </a:pathLst>
          </a:custGeom>
          <a:solidFill>
            <a:srgbClr val="FF612C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3" name="object 73"/>
          <p:cNvSpPr/>
          <p:nvPr/>
        </p:nvSpPr>
        <p:spPr>
          <a:xfrm>
            <a:off x="8094682" y="3002626"/>
            <a:ext cx="116586" cy="421386"/>
          </a:xfrm>
          <a:custGeom>
            <a:avLst/>
            <a:gdLst/>
            <a:ahLst/>
            <a:cxnLst/>
            <a:rect l="l" t="t" r="r" b="b"/>
            <a:pathLst>
              <a:path w="97154" h="351155">
                <a:moveTo>
                  <a:pt x="54110" y="0"/>
                </a:moveTo>
                <a:lnTo>
                  <a:pt x="50986" y="1028"/>
                </a:lnTo>
                <a:lnTo>
                  <a:pt x="49843" y="2374"/>
                </a:lnTo>
                <a:lnTo>
                  <a:pt x="49576" y="3987"/>
                </a:lnTo>
                <a:lnTo>
                  <a:pt x="0" y="285154"/>
                </a:lnTo>
                <a:lnTo>
                  <a:pt x="15709" y="305974"/>
                </a:lnTo>
                <a:lnTo>
                  <a:pt x="47028" y="337293"/>
                </a:lnTo>
                <a:lnTo>
                  <a:pt x="64613" y="350560"/>
                </a:lnTo>
                <a:lnTo>
                  <a:pt x="97036" y="39776"/>
                </a:lnTo>
                <a:lnTo>
                  <a:pt x="95334" y="39458"/>
                </a:lnTo>
                <a:lnTo>
                  <a:pt x="93772" y="38646"/>
                </a:lnTo>
                <a:lnTo>
                  <a:pt x="92515" y="37452"/>
                </a:lnTo>
                <a:lnTo>
                  <a:pt x="57006" y="1536"/>
                </a:lnTo>
                <a:lnTo>
                  <a:pt x="55825" y="393"/>
                </a:lnTo>
                <a:lnTo>
                  <a:pt x="54110" y="0"/>
                </a:lnTo>
                <a:close/>
              </a:path>
            </a:pathLst>
          </a:custGeom>
          <a:solidFill>
            <a:srgbClr val="014D4A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4" name="object 74"/>
          <p:cNvSpPr/>
          <p:nvPr/>
        </p:nvSpPr>
        <p:spPr>
          <a:xfrm>
            <a:off x="8148584" y="3023755"/>
            <a:ext cx="548640" cy="477774"/>
          </a:xfrm>
          <a:custGeom>
            <a:avLst/>
            <a:gdLst/>
            <a:ahLst/>
            <a:cxnLst/>
            <a:rect l="l" t="t" r="r" b="b"/>
            <a:pathLst>
              <a:path w="457200" h="398144">
                <a:moveTo>
                  <a:pt x="52093" y="22174"/>
                </a:moveTo>
                <a:lnTo>
                  <a:pt x="0" y="317575"/>
                </a:lnTo>
                <a:lnTo>
                  <a:pt x="2109" y="319685"/>
                </a:lnTo>
                <a:lnTo>
                  <a:pt x="37531" y="346411"/>
                </a:lnTo>
                <a:lnTo>
                  <a:pt x="76563" y="368052"/>
                </a:lnTo>
                <a:lnTo>
                  <a:pt x="118714" y="384117"/>
                </a:lnTo>
                <a:lnTo>
                  <a:pt x="163495" y="394117"/>
                </a:lnTo>
                <a:lnTo>
                  <a:pt x="210412" y="397559"/>
                </a:lnTo>
                <a:lnTo>
                  <a:pt x="257330" y="394117"/>
                </a:lnTo>
                <a:lnTo>
                  <a:pt x="302110" y="384117"/>
                </a:lnTo>
                <a:lnTo>
                  <a:pt x="344261" y="368052"/>
                </a:lnTo>
                <a:lnTo>
                  <a:pt x="383294" y="346411"/>
                </a:lnTo>
                <a:lnTo>
                  <a:pt x="453158" y="85305"/>
                </a:lnTo>
                <a:lnTo>
                  <a:pt x="410664" y="85305"/>
                </a:lnTo>
                <a:lnTo>
                  <a:pt x="406232" y="84531"/>
                </a:lnTo>
                <a:lnTo>
                  <a:pt x="393415" y="69989"/>
                </a:lnTo>
                <a:lnTo>
                  <a:pt x="323758" y="69989"/>
                </a:lnTo>
                <a:lnTo>
                  <a:pt x="319313" y="69202"/>
                </a:lnTo>
                <a:lnTo>
                  <a:pt x="306496" y="54660"/>
                </a:lnTo>
                <a:lnTo>
                  <a:pt x="236852" y="54660"/>
                </a:lnTo>
                <a:lnTo>
                  <a:pt x="232407" y="53873"/>
                </a:lnTo>
                <a:lnTo>
                  <a:pt x="219602" y="39344"/>
                </a:lnTo>
                <a:lnTo>
                  <a:pt x="149984" y="39344"/>
                </a:lnTo>
                <a:lnTo>
                  <a:pt x="145501" y="38557"/>
                </a:lnTo>
                <a:lnTo>
                  <a:pt x="131289" y="22440"/>
                </a:lnTo>
                <a:lnTo>
                  <a:pt x="53832" y="22440"/>
                </a:lnTo>
                <a:lnTo>
                  <a:pt x="52093" y="22174"/>
                </a:lnTo>
                <a:close/>
              </a:path>
              <a:path w="457200" h="398144">
                <a:moveTo>
                  <a:pt x="451609" y="60617"/>
                </a:moveTo>
                <a:lnTo>
                  <a:pt x="450136" y="61455"/>
                </a:lnTo>
                <a:lnTo>
                  <a:pt x="414271" y="83337"/>
                </a:lnTo>
                <a:lnTo>
                  <a:pt x="410664" y="85305"/>
                </a:lnTo>
                <a:lnTo>
                  <a:pt x="453158" y="85305"/>
                </a:lnTo>
                <a:lnTo>
                  <a:pt x="456842" y="64414"/>
                </a:lnTo>
                <a:lnTo>
                  <a:pt x="456181" y="62699"/>
                </a:lnTo>
                <a:lnTo>
                  <a:pt x="453413" y="60744"/>
                </a:lnTo>
                <a:lnTo>
                  <a:pt x="451609" y="60617"/>
                </a:lnTo>
                <a:close/>
              </a:path>
              <a:path w="457200" h="398144">
                <a:moveTo>
                  <a:pt x="368234" y="45732"/>
                </a:moveTo>
                <a:lnTo>
                  <a:pt x="323758" y="69989"/>
                </a:lnTo>
                <a:lnTo>
                  <a:pt x="393415" y="69989"/>
                </a:lnTo>
                <a:lnTo>
                  <a:pt x="372729" y="46520"/>
                </a:lnTo>
                <a:lnTo>
                  <a:pt x="368234" y="45732"/>
                </a:lnTo>
                <a:close/>
              </a:path>
              <a:path w="457200" h="398144">
                <a:moveTo>
                  <a:pt x="281328" y="30403"/>
                </a:moveTo>
                <a:lnTo>
                  <a:pt x="236852" y="54660"/>
                </a:lnTo>
                <a:lnTo>
                  <a:pt x="306496" y="54660"/>
                </a:lnTo>
                <a:lnTo>
                  <a:pt x="285811" y="31191"/>
                </a:lnTo>
                <a:lnTo>
                  <a:pt x="281328" y="30403"/>
                </a:lnTo>
                <a:close/>
              </a:path>
              <a:path w="457200" h="398144">
                <a:moveTo>
                  <a:pt x="194421" y="15074"/>
                </a:moveTo>
                <a:lnTo>
                  <a:pt x="181313" y="22237"/>
                </a:lnTo>
                <a:lnTo>
                  <a:pt x="153540" y="37363"/>
                </a:lnTo>
                <a:lnTo>
                  <a:pt x="149984" y="39344"/>
                </a:lnTo>
                <a:lnTo>
                  <a:pt x="219602" y="39344"/>
                </a:lnTo>
                <a:lnTo>
                  <a:pt x="198905" y="15875"/>
                </a:lnTo>
                <a:lnTo>
                  <a:pt x="194421" y="15074"/>
                </a:lnTo>
                <a:close/>
              </a:path>
              <a:path w="457200" h="398144">
                <a:moveTo>
                  <a:pt x="107833" y="0"/>
                </a:moveTo>
                <a:lnTo>
                  <a:pt x="105928" y="203"/>
                </a:lnTo>
                <a:lnTo>
                  <a:pt x="104150" y="952"/>
                </a:lnTo>
                <a:lnTo>
                  <a:pt x="55560" y="22237"/>
                </a:lnTo>
                <a:lnTo>
                  <a:pt x="53832" y="22440"/>
                </a:lnTo>
                <a:lnTo>
                  <a:pt x="131289" y="22440"/>
                </a:lnTo>
                <a:lnTo>
                  <a:pt x="114323" y="3200"/>
                </a:lnTo>
                <a:lnTo>
                  <a:pt x="113154" y="1803"/>
                </a:lnTo>
                <a:lnTo>
                  <a:pt x="111490" y="825"/>
                </a:lnTo>
                <a:lnTo>
                  <a:pt x="107833" y="0"/>
                </a:lnTo>
                <a:close/>
              </a:path>
            </a:pathLst>
          </a:custGeom>
          <a:solidFill>
            <a:srgbClr val="016262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5" name="object 75"/>
          <p:cNvSpPr/>
          <p:nvPr/>
        </p:nvSpPr>
        <p:spPr>
          <a:xfrm>
            <a:off x="8020074" y="273883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6" name="object 76"/>
          <p:cNvSpPr/>
          <p:nvPr/>
        </p:nvSpPr>
        <p:spPr>
          <a:xfrm>
            <a:off x="1175401" y="1580031"/>
            <a:ext cx="0" cy="352806"/>
          </a:xfrm>
          <a:custGeom>
            <a:avLst/>
            <a:gdLst/>
            <a:ahLst/>
            <a:cxnLst/>
            <a:rect l="l" t="t" r="r" b="b"/>
            <a:pathLst>
              <a:path h="294005">
                <a:moveTo>
                  <a:pt x="0" y="0"/>
                </a:moveTo>
                <a:lnTo>
                  <a:pt x="0" y="293966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7" name="object 77"/>
          <p:cNvSpPr/>
          <p:nvPr/>
        </p:nvSpPr>
        <p:spPr>
          <a:xfrm>
            <a:off x="8401074" y="2477053"/>
            <a:ext cx="0" cy="262128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8147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78" name="object 78"/>
          <p:cNvSpPr/>
          <p:nvPr/>
        </p:nvSpPr>
        <p:spPr>
          <a:xfrm>
            <a:off x="8401074" y="3500833"/>
            <a:ext cx="0" cy="750570"/>
          </a:xfrm>
          <a:custGeom>
            <a:avLst/>
            <a:gdLst/>
            <a:ahLst/>
            <a:cxnLst/>
            <a:rect l="l" t="t" r="r" b="b"/>
            <a:pathLst>
              <a:path h="625475">
                <a:moveTo>
                  <a:pt x="0" y="0"/>
                </a:moveTo>
                <a:lnTo>
                  <a:pt x="0" y="62518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79" name="object 7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861206" y="5696713"/>
            <a:ext cx="523036" cy="438911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85104" y="5696713"/>
            <a:ext cx="523036" cy="438911"/>
          </a:xfrm>
          <a:prstGeom prst="rect">
            <a:avLst/>
          </a:prstGeom>
        </p:spPr>
      </p:pic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45AEEAA2-CEF0-CDF8-2346-18E35DCBC9E7}"/>
              </a:ext>
            </a:extLst>
          </p:cNvPr>
          <p:cNvGrpSpPr/>
          <p:nvPr/>
        </p:nvGrpSpPr>
        <p:grpSpPr>
          <a:xfrm>
            <a:off x="4653140" y="1670934"/>
            <a:ext cx="914400" cy="705056"/>
            <a:chOff x="3877617" y="1392444"/>
            <a:chExt cx="762000" cy="587547"/>
          </a:xfrm>
        </p:grpSpPr>
        <p:sp>
          <p:nvSpPr>
            <p:cNvPr id="45" name="object 45"/>
            <p:cNvSpPr/>
            <p:nvPr/>
          </p:nvSpPr>
          <p:spPr>
            <a:xfrm>
              <a:off x="3877617" y="1392444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45EA9E46-F31A-94D9-BB26-3A4F92C98CF5}"/>
                </a:ext>
              </a:extLst>
            </p:cNvPr>
            <p:cNvGrpSpPr/>
            <p:nvPr/>
          </p:nvGrpSpPr>
          <p:grpSpPr>
            <a:xfrm>
              <a:off x="3937450" y="1435360"/>
              <a:ext cx="642620" cy="544631"/>
              <a:chOff x="3937450" y="1435360"/>
              <a:chExt cx="642620" cy="544631"/>
            </a:xfrm>
          </p:grpSpPr>
          <p:sp>
            <p:nvSpPr>
              <p:cNvPr id="46" name="object 46"/>
              <p:cNvSpPr txBox="1"/>
              <p:nvPr/>
            </p:nvSpPr>
            <p:spPr>
              <a:xfrm>
                <a:off x="3937450" y="1435360"/>
                <a:ext cx="642620" cy="289823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5240" marR="6096" indent="2286">
                  <a:spcBef>
                    <a:spcPts val="120"/>
                  </a:spcBef>
                </a:pPr>
                <a:r>
                  <a:rPr sz="1080" spc="-12" dirty="0">
                    <a:solidFill>
                      <a:srgbClr val="093330"/>
                    </a:solidFill>
                    <a:latin typeface="Inter"/>
                    <a:cs typeface="Inter"/>
                  </a:rPr>
                  <a:t>Temperature </a:t>
                </a:r>
                <a:r>
                  <a:rPr sz="1080" dirty="0">
                    <a:solidFill>
                      <a:srgbClr val="093330"/>
                    </a:solidFill>
                    <a:latin typeface="Inter"/>
                    <a:cs typeface="Inter"/>
                  </a:rPr>
                  <a:t>Pressure,</a:t>
                </a:r>
                <a:r>
                  <a:rPr sz="1080" spc="137" dirty="0">
                    <a:solidFill>
                      <a:srgbClr val="093330"/>
                    </a:solidFill>
                    <a:latin typeface="Inter"/>
                    <a:cs typeface="Inter"/>
                  </a:rPr>
                  <a:t> </a:t>
                </a:r>
                <a:r>
                  <a:rPr sz="1080" spc="-30" dirty="0">
                    <a:solidFill>
                      <a:srgbClr val="093330"/>
                    </a:solidFill>
                    <a:latin typeface="Inter"/>
                    <a:cs typeface="Inter"/>
                  </a:rPr>
                  <a:t>PH</a:t>
                </a:r>
                <a:endParaRPr sz="960" dirty="0">
                  <a:latin typeface="Inter"/>
                  <a:cs typeface="Inter"/>
                </a:endParaRPr>
              </a:p>
            </p:txBody>
          </p:sp>
          <p:pic>
            <p:nvPicPr>
              <p:cNvPr id="81" name="object 81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202868" y="1868486"/>
                <a:ext cx="111505" cy="111505"/>
              </a:xfrm>
              <a:prstGeom prst="rect">
                <a:avLst/>
              </a:prstGeom>
            </p:spPr>
          </p:pic>
        </p:grpSp>
      </p:grpSp>
      <p:pic>
        <p:nvPicPr>
          <p:cNvPr id="82" name="object 8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967732" y="1487392"/>
            <a:ext cx="133806" cy="133806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9674728" y="5648661"/>
            <a:ext cx="1146048" cy="5083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de-DE" sz="1440" dirty="0">
                <a:solidFill>
                  <a:srgbClr val="093330"/>
                </a:solidFill>
                <a:latin typeface="Inter"/>
                <a:cs typeface="Inter"/>
              </a:rPr>
              <a:t>Sensors</a:t>
            </a:r>
          </a:p>
          <a:p>
            <a:pPr marL="15240">
              <a:spcBef>
                <a:spcPts val="120"/>
              </a:spcBef>
            </a:pPr>
            <a:br>
              <a:rPr lang="de-DE" sz="240" dirty="0">
                <a:solidFill>
                  <a:srgbClr val="093330"/>
                </a:solidFill>
                <a:latin typeface="Inter"/>
                <a:cs typeface="Inter"/>
              </a:rPr>
            </a:br>
            <a:r>
              <a:rPr lang="de-DE" sz="1440" dirty="0">
                <a:solidFill>
                  <a:srgbClr val="093330"/>
                </a:solidFill>
                <a:latin typeface="Inter"/>
                <a:cs typeface="Inter"/>
              </a:rPr>
              <a:t>Control</a:t>
            </a:r>
            <a:endParaRPr sz="1440" dirty="0">
              <a:latin typeface="Inter"/>
              <a:cs typeface="Inter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056089" y="3367291"/>
            <a:ext cx="7155942" cy="2883408"/>
            <a:chOff x="3380074" y="2806076"/>
            <a:chExt cx="5963285" cy="2402840"/>
          </a:xfrm>
        </p:grpSpPr>
        <p:sp>
          <p:nvSpPr>
            <p:cNvPr id="85" name="object 85"/>
            <p:cNvSpPr/>
            <p:nvPr/>
          </p:nvSpPr>
          <p:spPr>
            <a:xfrm>
              <a:off x="7732773" y="4656380"/>
              <a:ext cx="1403985" cy="546100"/>
            </a:xfrm>
            <a:custGeom>
              <a:avLst/>
              <a:gdLst/>
              <a:ahLst/>
              <a:cxnLst/>
              <a:rect l="l" t="t" r="r" b="b"/>
              <a:pathLst>
                <a:path w="1403984" h="546100">
                  <a:moveTo>
                    <a:pt x="1340307" y="546023"/>
                  </a:moveTo>
                  <a:lnTo>
                    <a:pt x="63500" y="546023"/>
                  </a:lnTo>
                  <a:lnTo>
                    <a:pt x="38785" y="541032"/>
                  </a:lnTo>
                  <a:lnTo>
                    <a:pt x="18600" y="527423"/>
                  </a:lnTo>
                  <a:lnTo>
                    <a:pt x="4990" y="507238"/>
                  </a:lnTo>
                  <a:lnTo>
                    <a:pt x="0" y="482523"/>
                  </a:lnTo>
                  <a:lnTo>
                    <a:pt x="0" y="63500"/>
                  </a:lnTo>
                  <a:lnTo>
                    <a:pt x="4990" y="38779"/>
                  </a:lnTo>
                  <a:lnTo>
                    <a:pt x="18600" y="18595"/>
                  </a:lnTo>
                  <a:lnTo>
                    <a:pt x="38785" y="4989"/>
                  </a:lnTo>
                  <a:lnTo>
                    <a:pt x="63500" y="0"/>
                  </a:lnTo>
                  <a:lnTo>
                    <a:pt x="1340307" y="0"/>
                  </a:lnTo>
                  <a:lnTo>
                    <a:pt x="1365021" y="4989"/>
                  </a:lnTo>
                  <a:lnTo>
                    <a:pt x="1385206" y="18595"/>
                  </a:lnTo>
                  <a:lnTo>
                    <a:pt x="1398816" y="38779"/>
                  </a:lnTo>
                  <a:lnTo>
                    <a:pt x="1403807" y="63500"/>
                  </a:lnTo>
                  <a:lnTo>
                    <a:pt x="1403807" y="482523"/>
                  </a:lnTo>
                  <a:lnTo>
                    <a:pt x="1398816" y="507238"/>
                  </a:lnTo>
                  <a:lnTo>
                    <a:pt x="1385206" y="527423"/>
                  </a:lnTo>
                  <a:lnTo>
                    <a:pt x="1365021" y="541032"/>
                  </a:lnTo>
                  <a:lnTo>
                    <a:pt x="1340307" y="546023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77213" y="4754923"/>
              <a:ext cx="111505" cy="11150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77213" y="4972208"/>
              <a:ext cx="111505" cy="11150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80074" y="4229404"/>
              <a:ext cx="111505" cy="11150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057949" y="4241468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2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90" name="object 9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02191" y="4556136"/>
              <a:ext cx="111505" cy="11150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672484" y="4241468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37042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92" name="object 9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16727" y="4556136"/>
              <a:ext cx="111505" cy="11150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84050" y="4229404"/>
              <a:ext cx="111505" cy="11150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47299" y="4065904"/>
              <a:ext cx="213652" cy="17555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61834" y="4065904"/>
              <a:ext cx="213652" cy="17555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8987209" y="2806076"/>
              <a:ext cx="355600" cy="193040"/>
            </a:xfrm>
            <a:custGeom>
              <a:avLst/>
              <a:gdLst/>
              <a:ahLst/>
              <a:cxnLst/>
              <a:rect l="l" t="t" r="r" b="b"/>
              <a:pathLst>
                <a:path w="355600" h="193039">
                  <a:moveTo>
                    <a:pt x="324650" y="0"/>
                  </a:moveTo>
                  <a:lnTo>
                    <a:pt x="30949" y="0"/>
                  </a:lnTo>
                  <a:lnTo>
                    <a:pt x="28517" y="12047"/>
                  </a:lnTo>
                  <a:lnTo>
                    <a:pt x="21885" y="21885"/>
                  </a:lnTo>
                  <a:lnTo>
                    <a:pt x="12047" y="28517"/>
                  </a:lnTo>
                  <a:lnTo>
                    <a:pt x="0" y="30949"/>
                  </a:lnTo>
                  <a:lnTo>
                    <a:pt x="0" y="161671"/>
                  </a:lnTo>
                  <a:lnTo>
                    <a:pt x="12047" y="164103"/>
                  </a:lnTo>
                  <a:lnTo>
                    <a:pt x="21885" y="170735"/>
                  </a:lnTo>
                  <a:lnTo>
                    <a:pt x="28517" y="180573"/>
                  </a:lnTo>
                  <a:lnTo>
                    <a:pt x="30949" y="192620"/>
                  </a:lnTo>
                  <a:lnTo>
                    <a:pt x="324650" y="192620"/>
                  </a:lnTo>
                  <a:lnTo>
                    <a:pt x="327082" y="180573"/>
                  </a:lnTo>
                  <a:lnTo>
                    <a:pt x="333714" y="170735"/>
                  </a:lnTo>
                  <a:lnTo>
                    <a:pt x="343552" y="164103"/>
                  </a:lnTo>
                  <a:lnTo>
                    <a:pt x="355599" y="161671"/>
                  </a:lnTo>
                  <a:lnTo>
                    <a:pt x="355599" y="30949"/>
                  </a:lnTo>
                  <a:lnTo>
                    <a:pt x="343552" y="28517"/>
                  </a:lnTo>
                  <a:lnTo>
                    <a:pt x="333714" y="21885"/>
                  </a:lnTo>
                  <a:lnTo>
                    <a:pt x="327082" y="12047"/>
                  </a:lnTo>
                  <a:lnTo>
                    <a:pt x="324650" y="0"/>
                  </a:lnTo>
                  <a:close/>
                </a:path>
              </a:pathLst>
            </a:custGeom>
            <a:solidFill>
              <a:srgbClr val="014D4D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0818977" y="3340254"/>
            <a:ext cx="360335" cy="2508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50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#2.3</a:t>
            </a:r>
            <a:endParaRPr sz="1500" dirty="0">
              <a:latin typeface="Bebas Neue Pro"/>
              <a:cs typeface="Bebas Neue Pro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0" y="0"/>
            <a:ext cx="12192000" cy="6858000"/>
            <a:chOff x="0" y="0"/>
            <a:chExt cx="10160000" cy="5715000"/>
          </a:xfrm>
        </p:grpSpPr>
        <p:pic>
          <p:nvPicPr>
            <p:cNvPr id="99" name="object 9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343392" y="0"/>
              <a:ext cx="1816607" cy="98907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0" y="4829555"/>
              <a:ext cx="848359" cy="885444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5666770" y="55342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33" name="object 33"/>
          <p:cNvSpPr/>
          <p:nvPr/>
        </p:nvSpPr>
        <p:spPr>
          <a:xfrm>
            <a:off x="3741988" y="553426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317500"/>
                </a:moveTo>
                <a:lnTo>
                  <a:pt x="631557" y="364417"/>
                </a:lnTo>
                <a:lnTo>
                  <a:pt x="621557" y="409197"/>
                </a:lnTo>
                <a:lnTo>
                  <a:pt x="605490" y="451349"/>
                </a:lnTo>
                <a:lnTo>
                  <a:pt x="583848" y="490381"/>
                </a:lnTo>
                <a:lnTo>
                  <a:pt x="557122" y="525802"/>
                </a:lnTo>
                <a:lnTo>
                  <a:pt x="525802" y="557122"/>
                </a:lnTo>
                <a:lnTo>
                  <a:pt x="490381" y="583848"/>
                </a:lnTo>
                <a:lnTo>
                  <a:pt x="451349" y="605490"/>
                </a:lnTo>
                <a:lnTo>
                  <a:pt x="409197" y="621557"/>
                </a:lnTo>
                <a:lnTo>
                  <a:pt x="364417" y="631557"/>
                </a:lnTo>
                <a:lnTo>
                  <a:pt x="317500" y="635000"/>
                </a:lnTo>
                <a:lnTo>
                  <a:pt x="270582" y="631557"/>
                </a:lnTo>
                <a:lnTo>
                  <a:pt x="225802" y="621557"/>
                </a:lnTo>
                <a:lnTo>
                  <a:pt x="183650" y="605490"/>
                </a:lnTo>
                <a:lnTo>
                  <a:pt x="144618" y="583848"/>
                </a:lnTo>
                <a:lnTo>
                  <a:pt x="109197" y="557122"/>
                </a:lnTo>
                <a:lnTo>
                  <a:pt x="77877" y="525802"/>
                </a:lnTo>
                <a:lnTo>
                  <a:pt x="51151" y="490381"/>
                </a:lnTo>
                <a:lnTo>
                  <a:pt x="29509" y="451349"/>
                </a:lnTo>
                <a:lnTo>
                  <a:pt x="13442" y="409197"/>
                </a:lnTo>
                <a:lnTo>
                  <a:pt x="3442" y="364417"/>
                </a:lnTo>
                <a:lnTo>
                  <a:pt x="0" y="317500"/>
                </a:lnTo>
                <a:lnTo>
                  <a:pt x="3442" y="270582"/>
                </a:lnTo>
                <a:lnTo>
                  <a:pt x="13442" y="225802"/>
                </a:lnTo>
                <a:lnTo>
                  <a:pt x="29509" y="183650"/>
                </a:lnTo>
                <a:lnTo>
                  <a:pt x="51151" y="144618"/>
                </a:lnTo>
                <a:lnTo>
                  <a:pt x="77877" y="109197"/>
                </a:lnTo>
                <a:lnTo>
                  <a:pt x="109197" y="77877"/>
                </a:lnTo>
                <a:lnTo>
                  <a:pt x="144618" y="51151"/>
                </a:lnTo>
                <a:lnTo>
                  <a:pt x="183650" y="29509"/>
                </a:lnTo>
                <a:lnTo>
                  <a:pt x="225802" y="13442"/>
                </a:lnTo>
                <a:lnTo>
                  <a:pt x="270582" y="3442"/>
                </a:lnTo>
                <a:lnTo>
                  <a:pt x="317500" y="0"/>
                </a:lnTo>
                <a:lnTo>
                  <a:pt x="364417" y="3442"/>
                </a:lnTo>
                <a:lnTo>
                  <a:pt x="409197" y="13442"/>
                </a:lnTo>
                <a:lnTo>
                  <a:pt x="451349" y="29509"/>
                </a:lnTo>
                <a:lnTo>
                  <a:pt x="490381" y="51151"/>
                </a:lnTo>
                <a:lnTo>
                  <a:pt x="525802" y="77877"/>
                </a:lnTo>
                <a:lnTo>
                  <a:pt x="557122" y="109197"/>
                </a:lnTo>
                <a:lnTo>
                  <a:pt x="583848" y="144618"/>
                </a:lnTo>
                <a:lnTo>
                  <a:pt x="605490" y="183650"/>
                </a:lnTo>
                <a:lnTo>
                  <a:pt x="621557" y="225802"/>
                </a:lnTo>
                <a:lnTo>
                  <a:pt x="631557" y="270582"/>
                </a:lnTo>
                <a:lnTo>
                  <a:pt x="635000" y="317500"/>
                </a:lnTo>
                <a:close/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01" name="object 65">
            <a:extLst>
              <a:ext uri="{FF2B5EF4-FFF2-40B4-BE49-F238E27FC236}">
                <a16:creationId xmlns:a16="http://schemas.microsoft.com/office/drawing/2014/main" id="{9C3424AA-9C83-E82B-3BA3-0C22878DBF19}"/>
              </a:ext>
            </a:extLst>
          </p:cNvPr>
          <p:cNvSpPr/>
          <p:nvPr/>
        </p:nvSpPr>
        <p:spPr>
          <a:xfrm rot="19291893" flipV="1">
            <a:off x="3234615" y="5350315"/>
            <a:ext cx="746516" cy="54863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297129" y="0"/>
                </a:moveTo>
                <a:lnTo>
                  <a:pt x="0" y="0"/>
                </a:lnTo>
              </a:path>
            </a:pathLst>
          </a:custGeom>
          <a:ln w="3175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 dirty="0"/>
          </a:p>
        </p:txBody>
      </p:sp>
      <p:pic>
        <p:nvPicPr>
          <p:cNvPr id="103" name="object 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390789" y="1702614"/>
            <a:ext cx="4801210" cy="1075333"/>
          </a:xfrm>
          <a:prstGeom prst="rect">
            <a:avLst/>
          </a:prstGeom>
        </p:spPr>
      </p:pic>
      <p:sp>
        <p:nvSpPr>
          <p:cNvPr id="105" name="object 83">
            <a:extLst>
              <a:ext uri="{FF2B5EF4-FFF2-40B4-BE49-F238E27FC236}">
                <a16:creationId xmlns:a16="http://schemas.microsoft.com/office/drawing/2014/main" id="{AAFDF762-8C19-CBAD-D62B-850A56325F09}"/>
              </a:ext>
            </a:extLst>
          </p:cNvPr>
          <p:cNvSpPr txBox="1"/>
          <p:nvPr/>
        </p:nvSpPr>
        <p:spPr>
          <a:xfrm>
            <a:off x="9519558" y="6331907"/>
            <a:ext cx="1146048" cy="2739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900"/>
              </a:spcBef>
            </a:pPr>
            <a:r>
              <a:rPr sz="1680" dirty="0">
                <a:solidFill>
                  <a:srgbClr val="093330"/>
                </a:solidFill>
                <a:latin typeface="Inter"/>
                <a:cs typeface="Inter"/>
              </a:rPr>
              <a:t>Digital</a:t>
            </a:r>
            <a:r>
              <a:rPr sz="1680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680" spc="-24" dirty="0">
                <a:solidFill>
                  <a:srgbClr val="093330"/>
                </a:solidFill>
                <a:latin typeface="Inter"/>
                <a:cs typeface="Inter"/>
              </a:rPr>
              <a:t>Twin</a:t>
            </a:r>
            <a:endParaRPr sz="1680" dirty="0">
              <a:latin typeface="Inter"/>
              <a:cs typeface="Inter"/>
            </a:endParaRPr>
          </a:p>
        </p:txBody>
      </p:sp>
      <p:pic>
        <p:nvPicPr>
          <p:cNvPr id="106" name="object 81">
            <a:extLst>
              <a:ext uri="{FF2B5EF4-FFF2-40B4-BE49-F238E27FC236}">
                <a16:creationId xmlns:a16="http://schemas.microsoft.com/office/drawing/2014/main" id="{B15C73BC-E3FD-5087-DC83-231E307FC658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984080" y="5074415"/>
            <a:ext cx="133806" cy="133806"/>
          </a:xfrm>
          <a:prstGeom prst="rect">
            <a:avLst/>
          </a:prstGeom>
        </p:spPr>
      </p:pic>
      <p:pic>
        <p:nvPicPr>
          <p:cNvPr id="107" name="object 81">
            <a:extLst>
              <a:ext uri="{FF2B5EF4-FFF2-40B4-BE49-F238E27FC236}">
                <a16:creationId xmlns:a16="http://schemas.microsoft.com/office/drawing/2014/main" id="{8FEC5188-1642-3FF6-69A9-E4AD24BBA4E1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059309" y="5074415"/>
            <a:ext cx="133806" cy="133806"/>
          </a:xfrm>
          <a:prstGeom prst="rect">
            <a:avLst/>
          </a:prstGeom>
        </p:spPr>
      </p:pic>
      <p:sp>
        <p:nvSpPr>
          <p:cNvPr id="116" name="object 78">
            <a:extLst>
              <a:ext uri="{FF2B5EF4-FFF2-40B4-BE49-F238E27FC236}">
                <a16:creationId xmlns:a16="http://schemas.microsoft.com/office/drawing/2014/main" id="{DF3A7527-8D33-DE18-BFDA-8E25E171CA08}"/>
              </a:ext>
            </a:extLst>
          </p:cNvPr>
          <p:cNvSpPr/>
          <p:nvPr/>
        </p:nvSpPr>
        <p:spPr>
          <a:xfrm>
            <a:off x="9302089" y="747821"/>
            <a:ext cx="0" cy="750570"/>
          </a:xfrm>
          <a:custGeom>
            <a:avLst/>
            <a:gdLst/>
            <a:ahLst/>
            <a:cxnLst/>
            <a:rect l="l" t="t" r="r" b="b"/>
            <a:pathLst>
              <a:path h="625475">
                <a:moveTo>
                  <a:pt x="0" y="0"/>
                </a:moveTo>
                <a:lnTo>
                  <a:pt x="0" y="625182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109" name="Grafik 108">
            <a:extLst>
              <a:ext uri="{FF2B5EF4-FFF2-40B4-BE49-F238E27FC236}">
                <a16:creationId xmlns:a16="http://schemas.microsoft.com/office/drawing/2014/main" id="{7D432594-9915-0F35-9A59-09149D5525C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33203" y="1147978"/>
            <a:ext cx="537775" cy="531373"/>
          </a:xfrm>
          <a:prstGeom prst="rect">
            <a:avLst/>
          </a:prstGeom>
        </p:spPr>
      </p:pic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B6B67588-6AC9-2AEE-DD0A-52F9397AB5EA}"/>
              </a:ext>
            </a:extLst>
          </p:cNvPr>
          <p:cNvGrpSpPr/>
          <p:nvPr/>
        </p:nvGrpSpPr>
        <p:grpSpPr>
          <a:xfrm>
            <a:off x="8877125" y="352959"/>
            <a:ext cx="914400" cy="457200"/>
            <a:chOff x="7453689" y="363280"/>
            <a:chExt cx="762000" cy="381000"/>
          </a:xfrm>
          <a:solidFill>
            <a:schemeClr val="bg1"/>
          </a:solidFill>
        </p:grpSpPr>
        <p:sp>
          <p:nvSpPr>
            <p:cNvPr id="112" name="object 49">
              <a:extLst>
                <a:ext uri="{FF2B5EF4-FFF2-40B4-BE49-F238E27FC236}">
                  <a16:creationId xmlns:a16="http://schemas.microsoft.com/office/drawing/2014/main" id="{94289885-4555-20CF-AACB-6774339B167B}"/>
                </a:ext>
              </a:extLst>
            </p:cNvPr>
            <p:cNvSpPr/>
            <p:nvPr/>
          </p:nvSpPr>
          <p:spPr>
            <a:xfrm>
              <a:off x="7453689" y="36328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grpFill/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13" name="object 50">
              <a:extLst>
                <a:ext uri="{FF2B5EF4-FFF2-40B4-BE49-F238E27FC236}">
                  <a16:creationId xmlns:a16="http://schemas.microsoft.com/office/drawing/2014/main" id="{B28AAEBB-3A24-6CCA-9CDE-0DFF61254C91}"/>
                </a:ext>
              </a:extLst>
            </p:cNvPr>
            <p:cNvSpPr txBox="1"/>
            <p:nvPr/>
          </p:nvSpPr>
          <p:spPr>
            <a:xfrm>
              <a:off x="7513379" y="402509"/>
              <a:ext cx="642620" cy="289824"/>
            </a:xfrm>
            <a:prstGeom prst="rect">
              <a:avLst/>
            </a:prstGeom>
            <a:grpFill/>
          </p:spPr>
          <p:txBody>
            <a:bodyPr vert="horz" wrap="square" lIns="0" tIns="15240" rIns="0" bIns="0" rtlCol="0">
              <a:spAutoFit/>
            </a:bodyPr>
            <a:lstStyle/>
            <a:p>
              <a:pPr marL="15240" marR="6096" indent="2286" algn="ctr">
                <a:spcBef>
                  <a:spcPts val="120"/>
                </a:spcBef>
              </a:pPr>
              <a:r>
                <a:rPr lang="de-DE" sz="1080" b="1" spc="-12" dirty="0" err="1">
                  <a:solidFill>
                    <a:srgbClr val="093330"/>
                  </a:solidFill>
                  <a:latin typeface="Inter"/>
                  <a:cs typeface="Inter"/>
                </a:rPr>
                <a:t>Amount</a:t>
              </a:r>
              <a:r>
                <a:rPr lang="de-DE" sz="1080" b="1" spc="-12" dirty="0">
                  <a:solidFill>
                    <a:srgbClr val="093330"/>
                  </a:solidFill>
                  <a:latin typeface="Inter"/>
                  <a:cs typeface="Inter"/>
                </a:rPr>
                <a:t> &amp; Quality</a:t>
              </a:r>
              <a:endParaRPr sz="1080" b="1" dirty="0">
                <a:latin typeface="Inter"/>
                <a:cs typeface="Inter"/>
              </a:endParaRPr>
            </a:p>
          </p:txBody>
        </p:sp>
      </p:grpSp>
      <p:pic>
        <p:nvPicPr>
          <p:cNvPr id="114" name="object 82">
            <a:extLst>
              <a:ext uri="{FF2B5EF4-FFF2-40B4-BE49-F238E27FC236}">
                <a16:creationId xmlns:a16="http://schemas.microsoft.com/office/drawing/2014/main" id="{F1C2C962-DCD9-447B-D435-1C03C7027331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235187" y="938745"/>
            <a:ext cx="133806" cy="133806"/>
          </a:xfrm>
          <a:prstGeom prst="rect">
            <a:avLst/>
          </a:prstGeom>
        </p:spPr>
      </p:pic>
      <p:sp>
        <p:nvSpPr>
          <p:cNvPr id="117" name="Rechteck 116">
            <a:extLst>
              <a:ext uri="{FF2B5EF4-FFF2-40B4-BE49-F238E27FC236}">
                <a16:creationId xmlns:a16="http://schemas.microsoft.com/office/drawing/2014/main" id="{87408B48-9C1C-F83C-0FB8-7C6BB54D29EE}"/>
              </a:ext>
            </a:extLst>
          </p:cNvPr>
          <p:cNvSpPr/>
          <p:nvPr/>
        </p:nvSpPr>
        <p:spPr>
          <a:xfrm>
            <a:off x="10281061" y="4006360"/>
            <a:ext cx="1407349" cy="1415490"/>
          </a:xfrm>
          <a:prstGeom prst="rect">
            <a:avLst/>
          </a:prstGeom>
          <a:noFill/>
          <a:ln w="73025">
            <a:solidFill>
              <a:srgbClr val="AFC5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465E4256-756C-B9E3-620F-54F1FFC48283}"/>
              </a:ext>
            </a:extLst>
          </p:cNvPr>
          <p:cNvSpPr/>
          <p:nvPr/>
        </p:nvSpPr>
        <p:spPr>
          <a:xfrm>
            <a:off x="10335159" y="3611881"/>
            <a:ext cx="1338680" cy="344017"/>
          </a:xfrm>
          <a:prstGeom prst="rect">
            <a:avLst/>
          </a:prstGeom>
          <a:solidFill>
            <a:srgbClr val="FBFFDF"/>
          </a:solidFill>
          <a:ln>
            <a:solidFill>
              <a:srgbClr val="FBF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119" name="object 44">
            <a:extLst>
              <a:ext uri="{FF2B5EF4-FFF2-40B4-BE49-F238E27FC236}">
                <a16:creationId xmlns:a16="http://schemas.microsoft.com/office/drawing/2014/main" id="{40642F83-B7A4-AD69-BA7A-45B6EF858075}"/>
              </a:ext>
            </a:extLst>
          </p:cNvPr>
          <p:cNvSpPr/>
          <p:nvPr/>
        </p:nvSpPr>
        <p:spPr>
          <a:xfrm>
            <a:off x="10998012" y="3203510"/>
            <a:ext cx="0" cy="997458"/>
          </a:xfrm>
          <a:custGeom>
            <a:avLst/>
            <a:gdLst/>
            <a:ahLst/>
            <a:cxnLst/>
            <a:rect l="l" t="t" r="r" b="b"/>
            <a:pathLst>
              <a:path h="831214">
                <a:moveTo>
                  <a:pt x="0" y="0"/>
                </a:moveTo>
                <a:lnTo>
                  <a:pt x="0" y="831215"/>
                </a:lnTo>
              </a:path>
            </a:pathLst>
          </a:custGeom>
          <a:ln w="12700">
            <a:solidFill>
              <a:srgbClr val="007C6C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E5A06671-081E-A65B-761B-7E8E74579A05}"/>
              </a:ext>
            </a:extLst>
          </p:cNvPr>
          <p:cNvSpPr/>
          <p:nvPr/>
        </p:nvSpPr>
        <p:spPr>
          <a:xfrm>
            <a:off x="11582401" y="4209867"/>
            <a:ext cx="245879" cy="147770"/>
          </a:xfrm>
          <a:prstGeom prst="rect">
            <a:avLst/>
          </a:prstGeom>
          <a:solidFill>
            <a:srgbClr val="9AFAFF"/>
          </a:solidFill>
          <a:ln w="22225">
            <a:solidFill>
              <a:srgbClr val="9A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BD9CE8DD-C491-D9A4-9233-9F0B5D8B8960}"/>
              </a:ext>
            </a:extLst>
          </p:cNvPr>
          <p:cNvGrpSpPr/>
          <p:nvPr/>
        </p:nvGrpSpPr>
        <p:grpSpPr>
          <a:xfrm>
            <a:off x="4694986" y="5377886"/>
            <a:ext cx="7504427" cy="1434395"/>
            <a:chOff x="3912488" y="4481571"/>
            <a:chExt cx="6253689" cy="1195329"/>
          </a:xfrm>
        </p:grpSpPr>
        <p:pic>
          <p:nvPicPr>
            <p:cNvPr id="122" name="object 35">
              <a:extLst>
                <a:ext uri="{FF2B5EF4-FFF2-40B4-BE49-F238E27FC236}">
                  <a16:creationId xmlns:a16="http://schemas.microsoft.com/office/drawing/2014/main" id="{B2E5D24F-011C-480D-67DE-709537C1718B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 flipV="1">
              <a:off x="4324598" y="4481571"/>
              <a:ext cx="5841579" cy="1195329"/>
            </a:xfrm>
            <a:prstGeom prst="rect">
              <a:avLst/>
            </a:prstGeom>
          </p:spPr>
        </p:pic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C8E16A3E-A866-F91B-399E-836CCFD775A5}"/>
                </a:ext>
              </a:extLst>
            </p:cNvPr>
            <p:cNvGrpSpPr/>
            <p:nvPr/>
          </p:nvGrpSpPr>
          <p:grpSpPr>
            <a:xfrm>
              <a:off x="3912488" y="5211258"/>
              <a:ext cx="881947" cy="219479"/>
              <a:chOff x="3938973" y="5310718"/>
              <a:chExt cx="881947" cy="219479"/>
            </a:xfrm>
          </p:grpSpPr>
          <p:sp>
            <p:nvSpPr>
              <p:cNvPr id="123" name="object 56">
                <a:extLst>
                  <a:ext uri="{FF2B5EF4-FFF2-40B4-BE49-F238E27FC236}">
                    <a16:creationId xmlns:a16="http://schemas.microsoft.com/office/drawing/2014/main" id="{0C8618B2-014D-CCE9-F05D-FCAA671CA36C}"/>
                  </a:ext>
                </a:extLst>
              </p:cNvPr>
              <p:cNvSpPr/>
              <p:nvPr/>
            </p:nvSpPr>
            <p:spPr>
              <a:xfrm>
                <a:off x="3975486" y="5310718"/>
                <a:ext cx="845434" cy="219479"/>
              </a:xfrm>
              <a:custGeom>
                <a:avLst/>
                <a:gdLst/>
                <a:ahLst/>
                <a:cxnLst/>
                <a:rect l="l" t="t" r="r" b="b"/>
                <a:pathLst>
                  <a:path w="805179" h="332104">
                    <a:moveTo>
                      <a:pt x="766711" y="0"/>
                    </a:moveTo>
                    <a:lnTo>
                      <a:pt x="38099" y="0"/>
                    </a:lnTo>
                    <a:lnTo>
                      <a:pt x="23268" y="2995"/>
                    </a:lnTo>
                    <a:lnTo>
                      <a:pt x="11158" y="11163"/>
                    </a:lnTo>
                    <a:lnTo>
                      <a:pt x="2993" y="23274"/>
                    </a:lnTo>
                    <a:lnTo>
                      <a:pt x="0" y="38100"/>
                    </a:lnTo>
                    <a:lnTo>
                      <a:pt x="0" y="293865"/>
                    </a:lnTo>
                    <a:lnTo>
                      <a:pt x="2993" y="308696"/>
                    </a:lnTo>
                    <a:lnTo>
                      <a:pt x="11158" y="320806"/>
                    </a:lnTo>
                    <a:lnTo>
                      <a:pt x="23268" y="328971"/>
                    </a:lnTo>
                    <a:lnTo>
                      <a:pt x="38099" y="331965"/>
                    </a:lnTo>
                    <a:lnTo>
                      <a:pt x="766711" y="331965"/>
                    </a:lnTo>
                    <a:lnTo>
                      <a:pt x="781542" y="328971"/>
                    </a:lnTo>
                    <a:lnTo>
                      <a:pt x="793653" y="320806"/>
                    </a:lnTo>
                    <a:lnTo>
                      <a:pt x="801817" y="308696"/>
                    </a:lnTo>
                    <a:lnTo>
                      <a:pt x="804811" y="293865"/>
                    </a:lnTo>
                    <a:lnTo>
                      <a:pt x="804811" y="38100"/>
                    </a:lnTo>
                    <a:lnTo>
                      <a:pt x="801817" y="23274"/>
                    </a:lnTo>
                    <a:lnTo>
                      <a:pt x="793653" y="11163"/>
                    </a:lnTo>
                    <a:lnTo>
                      <a:pt x="781542" y="2995"/>
                    </a:lnTo>
                    <a:lnTo>
                      <a:pt x="766711" y="0"/>
                    </a:lnTo>
                    <a:close/>
                  </a:path>
                </a:pathLst>
              </a:custGeom>
              <a:solidFill>
                <a:srgbClr val="FDFFFF"/>
              </a:solidFill>
            </p:spPr>
            <p:txBody>
              <a:bodyPr wrap="square" lIns="0" tIns="0" rIns="0" bIns="0" rtlCol="0"/>
              <a:lstStyle/>
              <a:p>
                <a:endParaRPr sz="2160"/>
              </a:p>
            </p:txBody>
          </p:sp>
          <p:sp>
            <p:nvSpPr>
              <p:cNvPr id="124" name="object 57">
                <a:extLst>
                  <a:ext uri="{FF2B5EF4-FFF2-40B4-BE49-F238E27FC236}">
                    <a16:creationId xmlns:a16="http://schemas.microsoft.com/office/drawing/2014/main" id="{0F85E004-2F2A-868C-2C95-684562C3A8C4}"/>
                  </a:ext>
                </a:extLst>
              </p:cNvPr>
              <p:cNvSpPr txBox="1"/>
              <p:nvPr/>
            </p:nvSpPr>
            <p:spPr>
              <a:xfrm>
                <a:off x="3938973" y="5345783"/>
                <a:ext cx="881947" cy="135935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5240" marR="6096" indent="6096" algn="ctr">
                  <a:spcBef>
                    <a:spcPts val="120"/>
                  </a:spcBef>
                </a:pPr>
                <a:r>
                  <a:rPr lang="de-DE" sz="960" b="1" dirty="0">
                    <a:solidFill>
                      <a:srgbClr val="092F2E"/>
                    </a:solidFill>
                    <a:latin typeface="Inter"/>
                    <a:cs typeface="Inter"/>
                  </a:rPr>
                  <a:t>Green Oil </a:t>
                </a:r>
                <a:r>
                  <a:rPr lang="de-DE" sz="960" b="1" spc="-42" dirty="0">
                    <a:solidFill>
                      <a:srgbClr val="092F2E"/>
                    </a:solidFill>
                    <a:latin typeface="Inter"/>
                    <a:cs typeface="Inter"/>
                  </a:rPr>
                  <a:t>Pipeline</a:t>
                </a:r>
                <a:endParaRPr sz="960" dirty="0">
                  <a:latin typeface="Inter"/>
                  <a:cs typeface="Inter"/>
                </a:endParaRPr>
              </a:p>
            </p:txBody>
          </p:sp>
        </p:grp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827B6DED-23FB-C63F-7959-0600207BD2F8}"/>
              </a:ext>
            </a:extLst>
          </p:cNvPr>
          <p:cNvGrpSpPr/>
          <p:nvPr/>
        </p:nvGrpSpPr>
        <p:grpSpPr>
          <a:xfrm>
            <a:off x="4434929" y="3367292"/>
            <a:ext cx="1569631" cy="2038847"/>
            <a:chOff x="7747000" y="2732314"/>
            <a:chExt cx="1031742" cy="1416013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DB925B1E-E25A-F18E-3BFC-D2C55E7880C3}"/>
                </a:ext>
              </a:extLst>
            </p:cNvPr>
            <p:cNvGrpSpPr/>
            <p:nvPr/>
          </p:nvGrpSpPr>
          <p:grpSpPr>
            <a:xfrm>
              <a:off x="7747000" y="2732314"/>
              <a:ext cx="1031742" cy="1416013"/>
              <a:chOff x="7477259" y="2732314"/>
              <a:chExt cx="1301483" cy="1416013"/>
            </a:xfrm>
          </p:grpSpPr>
          <p:pic>
            <p:nvPicPr>
              <p:cNvPr id="108" name="object 32">
                <a:extLst>
                  <a:ext uri="{FF2B5EF4-FFF2-40B4-BE49-F238E27FC236}">
                    <a16:creationId xmlns:a16="http://schemas.microsoft.com/office/drawing/2014/main" id="{CD8EFCBF-255C-849D-F66D-90C484F89B82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477259" y="2732314"/>
                <a:ext cx="1301483" cy="1408175"/>
              </a:xfrm>
              <a:prstGeom prst="rect">
                <a:avLst/>
              </a:prstGeom>
            </p:spPr>
          </p:pic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60BAA87A-1A7F-2141-D145-4468E4C2D845}"/>
                  </a:ext>
                </a:extLst>
              </p:cNvPr>
              <p:cNvSpPr/>
              <p:nvPr/>
            </p:nvSpPr>
            <p:spPr>
              <a:xfrm>
                <a:off x="7535929" y="3063240"/>
                <a:ext cx="1184141" cy="990600"/>
              </a:xfrm>
              <a:prstGeom prst="rect">
                <a:avLst/>
              </a:prstGeom>
              <a:solidFill>
                <a:srgbClr val="789813"/>
              </a:solidFill>
              <a:ln>
                <a:solidFill>
                  <a:srgbClr val="7898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160"/>
              </a:p>
            </p:txBody>
          </p: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38700C1A-1011-DB44-D5F9-C6021C86CF06}"/>
                  </a:ext>
                </a:extLst>
              </p:cNvPr>
              <p:cNvSpPr/>
              <p:nvPr/>
            </p:nvSpPr>
            <p:spPr>
              <a:xfrm>
                <a:off x="7518399" y="2968752"/>
                <a:ext cx="1219200" cy="1179575"/>
              </a:xfrm>
              <a:prstGeom prst="rect">
                <a:avLst/>
              </a:prstGeom>
              <a:noFill/>
              <a:ln w="73025">
                <a:solidFill>
                  <a:srgbClr val="AFC54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160"/>
              </a:p>
            </p:txBody>
          </p:sp>
        </p:grpSp>
        <p:sp>
          <p:nvSpPr>
            <p:cNvPr id="102" name="object 56">
              <a:extLst>
                <a:ext uri="{FF2B5EF4-FFF2-40B4-BE49-F238E27FC236}">
                  <a16:creationId xmlns:a16="http://schemas.microsoft.com/office/drawing/2014/main" id="{EB22C57F-83A0-41BC-7EFA-65FAEFEAE389}"/>
                </a:ext>
              </a:extLst>
            </p:cNvPr>
            <p:cNvSpPr/>
            <p:nvPr/>
          </p:nvSpPr>
          <p:spPr>
            <a:xfrm>
              <a:off x="7917939" y="3308603"/>
              <a:ext cx="689859" cy="294258"/>
            </a:xfrm>
            <a:custGeom>
              <a:avLst/>
              <a:gdLst/>
              <a:ahLst/>
              <a:cxnLst/>
              <a:rect l="l" t="t" r="r" b="b"/>
              <a:pathLst>
                <a:path w="805179" h="332104">
                  <a:moveTo>
                    <a:pt x="766711" y="0"/>
                  </a:moveTo>
                  <a:lnTo>
                    <a:pt x="38099" y="0"/>
                  </a:lnTo>
                  <a:lnTo>
                    <a:pt x="23268" y="2995"/>
                  </a:lnTo>
                  <a:lnTo>
                    <a:pt x="11158" y="11163"/>
                  </a:lnTo>
                  <a:lnTo>
                    <a:pt x="2993" y="23274"/>
                  </a:lnTo>
                  <a:lnTo>
                    <a:pt x="0" y="38100"/>
                  </a:lnTo>
                  <a:lnTo>
                    <a:pt x="0" y="293865"/>
                  </a:lnTo>
                  <a:lnTo>
                    <a:pt x="2993" y="308696"/>
                  </a:lnTo>
                  <a:lnTo>
                    <a:pt x="11158" y="320806"/>
                  </a:lnTo>
                  <a:lnTo>
                    <a:pt x="23268" y="328971"/>
                  </a:lnTo>
                  <a:lnTo>
                    <a:pt x="38099" y="331965"/>
                  </a:lnTo>
                  <a:lnTo>
                    <a:pt x="766711" y="331965"/>
                  </a:lnTo>
                  <a:lnTo>
                    <a:pt x="781542" y="328971"/>
                  </a:lnTo>
                  <a:lnTo>
                    <a:pt x="793653" y="320806"/>
                  </a:lnTo>
                  <a:lnTo>
                    <a:pt x="801817" y="308696"/>
                  </a:lnTo>
                  <a:lnTo>
                    <a:pt x="804811" y="293865"/>
                  </a:lnTo>
                  <a:lnTo>
                    <a:pt x="804811" y="38100"/>
                  </a:lnTo>
                  <a:lnTo>
                    <a:pt x="801817" y="23274"/>
                  </a:lnTo>
                  <a:lnTo>
                    <a:pt x="793653" y="11163"/>
                  </a:lnTo>
                  <a:lnTo>
                    <a:pt x="781542" y="2995"/>
                  </a:lnTo>
                  <a:lnTo>
                    <a:pt x="766711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04" name="object 57">
              <a:extLst>
                <a:ext uri="{FF2B5EF4-FFF2-40B4-BE49-F238E27FC236}">
                  <a16:creationId xmlns:a16="http://schemas.microsoft.com/office/drawing/2014/main" id="{0FC9CAD5-452B-0D86-12E7-D26E28110251}"/>
                </a:ext>
              </a:extLst>
            </p:cNvPr>
            <p:cNvSpPr txBox="1"/>
            <p:nvPr/>
          </p:nvSpPr>
          <p:spPr>
            <a:xfrm>
              <a:off x="7881426" y="3383575"/>
              <a:ext cx="725805" cy="113291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5240" marR="6096" indent="6096" algn="ctr">
                <a:spcBef>
                  <a:spcPts val="120"/>
                </a:spcBef>
              </a:pPr>
              <a:r>
                <a:rPr lang="de-DE" sz="960" b="1" dirty="0">
                  <a:solidFill>
                    <a:srgbClr val="092F2E"/>
                  </a:solidFill>
                  <a:latin typeface="Inter"/>
                  <a:cs typeface="Inter"/>
                </a:rPr>
                <a:t>Green Oil </a:t>
              </a:r>
              <a:r>
                <a:rPr sz="960" b="1" spc="-42" dirty="0">
                  <a:solidFill>
                    <a:srgbClr val="092F2E"/>
                  </a:solidFill>
                  <a:latin typeface="Inter"/>
                  <a:cs typeface="Inter"/>
                </a:rPr>
                <a:t>Tan</a:t>
              </a:r>
              <a:r>
                <a:rPr lang="de-DE" sz="960" b="1" spc="-42" dirty="0">
                  <a:solidFill>
                    <a:srgbClr val="092F2E"/>
                  </a:solidFill>
                  <a:latin typeface="Inter"/>
                  <a:cs typeface="Inter"/>
                </a:rPr>
                <a:t>k</a:t>
              </a:r>
              <a:endParaRPr sz="960" dirty="0">
                <a:latin typeface="Inter"/>
                <a:cs typeface="Inter"/>
              </a:endParaRP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D8E8B92-BFF7-902D-EF24-56E3C0960C8C}"/>
              </a:ext>
            </a:extLst>
          </p:cNvPr>
          <p:cNvGrpSpPr/>
          <p:nvPr/>
        </p:nvGrpSpPr>
        <p:grpSpPr>
          <a:xfrm>
            <a:off x="2379879" y="3008375"/>
            <a:ext cx="1561794" cy="2443276"/>
            <a:chOff x="1983232" y="2506979"/>
            <a:chExt cx="1301495" cy="2036063"/>
          </a:xfrm>
        </p:grpSpPr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83232" y="2506979"/>
              <a:ext cx="1301495" cy="203606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177247" y="3133945"/>
              <a:ext cx="914400" cy="255270"/>
            </a:xfrm>
            <a:custGeom>
              <a:avLst/>
              <a:gdLst/>
              <a:ahLst/>
              <a:cxnLst/>
              <a:rect l="l" t="t" r="r" b="b"/>
              <a:pathLst>
                <a:path w="914400" h="255270">
                  <a:moveTo>
                    <a:pt x="873785" y="0"/>
                  </a:moveTo>
                  <a:lnTo>
                    <a:pt x="40601" y="0"/>
                  </a:lnTo>
                  <a:lnTo>
                    <a:pt x="24795" y="3192"/>
                  </a:lnTo>
                  <a:lnTo>
                    <a:pt x="11890" y="11896"/>
                  </a:lnTo>
                  <a:lnTo>
                    <a:pt x="3190" y="24806"/>
                  </a:lnTo>
                  <a:lnTo>
                    <a:pt x="0" y="40614"/>
                  </a:lnTo>
                  <a:lnTo>
                    <a:pt x="0" y="214058"/>
                  </a:lnTo>
                  <a:lnTo>
                    <a:pt x="3190" y="229866"/>
                  </a:lnTo>
                  <a:lnTo>
                    <a:pt x="11890" y="242776"/>
                  </a:lnTo>
                  <a:lnTo>
                    <a:pt x="24795" y="251481"/>
                  </a:lnTo>
                  <a:lnTo>
                    <a:pt x="40601" y="254673"/>
                  </a:lnTo>
                  <a:lnTo>
                    <a:pt x="873785" y="254673"/>
                  </a:lnTo>
                  <a:lnTo>
                    <a:pt x="889593" y="251481"/>
                  </a:lnTo>
                  <a:lnTo>
                    <a:pt x="902503" y="242776"/>
                  </a:lnTo>
                  <a:lnTo>
                    <a:pt x="911207" y="229866"/>
                  </a:lnTo>
                  <a:lnTo>
                    <a:pt x="914399" y="214058"/>
                  </a:lnTo>
                  <a:lnTo>
                    <a:pt x="914399" y="40614"/>
                  </a:lnTo>
                  <a:lnTo>
                    <a:pt x="911207" y="24806"/>
                  </a:lnTo>
                  <a:lnTo>
                    <a:pt x="902503" y="11896"/>
                  </a:lnTo>
                  <a:lnTo>
                    <a:pt x="889593" y="3192"/>
                  </a:lnTo>
                  <a:lnTo>
                    <a:pt x="873785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>
              <a:endParaRPr sz="2160" dirty="0"/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2229929" y="3175496"/>
              <a:ext cx="809625" cy="13593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5240" algn="ctr">
                <a:spcBef>
                  <a:spcPts val="120"/>
                </a:spcBef>
              </a:pPr>
              <a:r>
                <a:rPr sz="960" b="1" spc="-12" dirty="0" err="1">
                  <a:solidFill>
                    <a:srgbClr val="092F2E"/>
                  </a:solidFill>
                  <a:latin typeface="Inter"/>
                  <a:cs typeface="Inter"/>
                </a:rPr>
                <a:t>Fєєdstoc</a:t>
              </a:r>
              <a:r>
                <a:rPr lang="de-DE" sz="960" b="1" spc="-12" dirty="0">
                  <a:solidFill>
                    <a:srgbClr val="092F2E"/>
                  </a:solidFill>
                  <a:latin typeface="Inter"/>
                  <a:cs typeface="Inter"/>
                </a:rPr>
                <a:t>k</a:t>
              </a:r>
              <a:r>
                <a:rPr sz="960" b="1" spc="-6" dirty="0">
                  <a:solidFill>
                    <a:srgbClr val="092F2E"/>
                  </a:solidFill>
                  <a:latin typeface="Inter"/>
                  <a:cs typeface="Inter"/>
                </a:rPr>
                <a:t> </a:t>
              </a:r>
              <a:r>
                <a:rPr sz="960" b="1" spc="-24" dirty="0">
                  <a:solidFill>
                    <a:srgbClr val="092F2E"/>
                  </a:solidFill>
                  <a:latin typeface="Inter"/>
                  <a:cs typeface="Inter"/>
                </a:rPr>
                <a:t>Tan</a:t>
              </a:r>
              <a:r>
                <a:rPr lang="de-DE" sz="960" b="1" spc="-24" dirty="0">
                  <a:solidFill>
                    <a:srgbClr val="092F2E"/>
                  </a:solidFill>
                  <a:latin typeface="Inter"/>
                  <a:cs typeface="Inter"/>
                </a:rPr>
                <a:t>k</a:t>
              </a:r>
              <a:endParaRPr sz="960" dirty="0">
                <a:latin typeface="Inter"/>
                <a:cs typeface="Inter"/>
              </a:endParaRPr>
            </a:p>
          </p:txBody>
        </p:sp>
      </p:grpSp>
      <p:grpSp>
        <p:nvGrpSpPr>
          <p:cNvPr id="131" name="Gruppieren 130">
            <a:extLst>
              <a:ext uri="{FF2B5EF4-FFF2-40B4-BE49-F238E27FC236}">
                <a16:creationId xmlns:a16="http://schemas.microsoft.com/office/drawing/2014/main" id="{6161F96F-CA8B-9034-9F5F-317128751F10}"/>
              </a:ext>
            </a:extLst>
          </p:cNvPr>
          <p:cNvGrpSpPr/>
          <p:nvPr/>
        </p:nvGrpSpPr>
        <p:grpSpPr>
          <a:xfrm>
            <a:off x="4658966" y="1667589"/>
            <a:ext cx="914400" cy="705056"/>
            <a:chOff x="5198932" y="989673"/>
            <a:chExt cx="762000" cy="587547"/>
          </a:xfrm>
        </p:grpSpPr>
        <p:sp>
          <p:nvSpPr>
            <p:cNvPr id="132" name="object 45">
              <a:extLst>
                <a:ext uri="{FF2B5EF4-FFF2-40B4-BE49-F238E27FC236}">
                  <a16:creationId xmlns:a16="http://schemas.microsoft.com/office/drawing/2014/main" id="{CB6B9F2E-3056-FA94-CBF1-9BFE9AABC3B3}"/>
                </a:ext>
              </a:extLst>
            </p:cNvPr>
            <p:cNvSpPr/>
            <p:nvPr/>
          </p:nvSpPr>
          <p:spPr>
            <a:xfrm>
              <a:off x="5198932" y="989673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698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698500" y="0"/>
                  </a:lnTo>
                  <a:lnTo>
                    <a:pt x="723214" y="4990"/>
                  </a:lnTo>
                  <a:lnTo>
                    <a:pt x="743399" y="18600"/>
                  </a:lnTo>
                  <a:lnTo>
                    <a:pt x="757009" y="38785"/>
                  </a:lnTo>
                  <a:lnTo>
                    <a:pt x="762000" y="63500"/>
                  </a:lnTo>
                  <a:lnTo>
                    <a:pt x="762000" y="317500"/>
                  </a:lnTo>
                  <a:lnTo>
                    <a:pt x="757009" y="342214"/>
                  </a:lnTo>
                  <a:lnTo>
                    <a:pt x="743399" y="362399"/>
                  </a:lnTo>
                  <a:lnTo>
                    <a:pt x="723214" y="376009"/>
                  </a:lnTo>
                  <a:lnTo>
                    <a:pt x="698500" y="381000"/>
                  </a:lnTo>
                  <a:close/>
                </a:path>
              </a:pathLst>
            </a:custGeom>
            <a:ln w="12700">
              <a:solidFill>
                <a:srgbClr val="007C6C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33" name="object 46">
              <a:extLst>
                <a:ext uri="{FF2B5EF4-FFF2-40B4-BE49-F238E27FC236}">
                  <a16:creationId xmlns:a16="http://schemas.microsoft.com/office/drawing/2014/main" id="{C084697E-67AE-66E9-1EF1-A2F44DB8D2A6}"/>
                </a:ext>
              </a:extLst>
            </p:cNvPr>
            <p:cNvSpPr txBox="1"/>
            <p:nvPr/>
          </p:nvSpPr>
          <p:spPr>
            <a:xfrm>
              <a:off x="5330974" y="1102620"/>
              <a:ext cx="559134" cy="151323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5240" marR="6096" indent="2286">
                <a:spcBef>
                  <a:spcPts val="120"/>
                </a:spcBef>
              </a:pPr>
              <a:r>
                <a:rPr lang="de-DE" sz="1080" b="1" dirty="0">
                  <a:latin typeface="Inter"/>
                  <a:cs typeface="Inter"/>
                </a:rPr>
                <a:t>Green Oil</a:t>
              </a:r>
              <a:endParaRPr sz="1080" b="1" dirty="0">
                <a:latin typeface="Inter"/>
                <a:cs typeface="Inter"/>
              </a:endParaRPr>
            </a:p>
          </p:txBody>
        </p:sp>
        <p:pic>
          <p:nvPicPr>
            <p:cNvPr id="134" name="object 81">
              <a:extLst>
                <a:ext uri="{FF2B5EF4-FFF2-40B4-BE49-F238E27FC236}">
                  <a16:creationId xmlns:a16="http://schemas.microsoft.com/office/drawing/2014/main" id="{E8F7CA19-3BC5-7D75-7711-968A07183520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37200" y="1465715"/>
              <a:ext cx="76199" cy="111505"/>
            </a:xfrm>
            <a:prstGeom prst="rect">
              <a:avLst/>
            </a:prstGeom>
          </p:spPr>
        </p:pic>
      </p:grpSp>
      <p:grpSp>
        <p:nvGrpSpPr>
          <p:cNvPr id="148" name="object 64">
            <a:extLst>
              <a:ext uri="{FF2B5EF4-FFF2-40B4-BE49-F238E27FC236}">
                <a16:creationId xmlns:a16="http://schemas.microsoft.com/office/drawing/2014/main" id="{2B7AE01E-8DBC-6498-11E4-41A8A1BD5C43}"/>
              </a:ext>
            </a:extLst>
          </p:cNvPr>
          <p:cNvGrpSpPr/>
          <p:nvPr/>
        </p:nvGrpSpPr>
        <p:grpSpPr>
          <a:xfrm>
            <a:off x="1439412" y="210259"/>
            <a:ext cx="1082040" cy="472440"/>
            <a:chOff x="4247325" y="1718039"/>
            <a:chExt cx="901700" cy="393700"/>
          </a:xfrm>
          <a:solidFill>
            <a:srgbClr val="014D4C"/>
          </a:solidFill>
        </p:grpSpPr>
        <p:sp>
          <p:nvSpPr>
            <p:cNvPr id="158" name="object 65">
              <a:extLst>
                <a:ext uri="{FF2B5EF4-FFF2-40B4-BE49-F238E27FC236}">
                  <a16:creationId xmlns:a16="http://schemas.microsoft.com/office/drawing/2014/main" id="{7685D112-5788-3510-209E-62D5A9629372}"/>
                </a:ext>
              </a:extLst>
            </p:cNvPr>
            <p:cNvSpPr/>
            <p:nvPr/>
          </p:nvSpPr>
          <p:spPr>
            <a:xfrm>
              <a:off x="4253675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0" y="342214"/>
                  </a:lnTo>
                  <a:lnTo>
                    <a:pt x="18600" y="362399"/>
                  </a:lnTo>
                  <a:lnTo>
                    <a:pt x="38785" y="376009"/>
                  </a:lnTo>
                  <a:lnTo>
                    <a:pt x="63500" y="381000"/>
                  </a:lnTo>
                  <a:lnTo>
                    <a:pt x="825500" y="381000"/>
                  </a:lnTo>
                  <a:lnTo>
                    <a:pt x="850214" y="376009"/>
                  </a:lnTo>
                  <a:lnTo>
                    <a:pt x="870399" y="362399"/>
                  </a:lnTo>
                  <a:lnTo>
                    <a:pt x="884009" y="342214"/>
                  </a:lnTo>
                  <a:lnTo>
                    <a:pt x="889000" y="317500"/>
                  </a:lnTo>
                  <a:lnTo>
                    <a:pt x="889000" y="63500"/>
                  </a:lnTo>
                  <a:lnTo>
                    <a:pt x="884009" y="38785"/>
                  </a:lnTo>
                  <a:lnTo>
                    <a:pt x="870399" y="18600"/>
                  </a:lnTo>
                  <a:lnTo>
                    <a:pt x="850214" y="4990"/>
                  </a:lnTo>
                  <a:lnTo>
                    <a:pt x="8255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59" name="object 66">
              <a:extLst>
                <a:ext uri="{FF2B5EF4-FFF2-40B4-BE49-F238E27FC236}">
                  <a16:creationId xmlns:a16="http://schemas.microsoft.com/office/drawing/2014/main" id="{1BADEE14-E41E-CEE2-B91F-A3F386A93187}"/>
                </a:ext>
              </a:extLst>
            </p:cNvPr>
            <p:cNvSpPr/>
            <p:nvPr/>
          </p:nvSpPr>
          <p:spPr>
            <a:xfrm>
              <a:off x="4253675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825500" y="0"/>
                  </a:lnTo>
                  <a:lnTo>
                    <a:pt x="850214" y="4990"/>
                  </a:lnTo>
                  <a:lnTo>
                    <a:pt x="870399" y="18600"/>
                  </a:lnTo>
                  <a:lnTo>
                    <a:pt x="884009" y="38785"/>
                  </a:lnTo>
                  <a:lnTo>
                    <a:pt x="889000" y="63500"/>
                  </a:lnTo>
                  <a:lnTo>
                    <a:pt x="889000" y="317500"/>
                  </a:lnTo>
                  <a:lnTo>
                    <a:pt x="884009" y="342214"/>
                  </a:lnTo>
                  <a:lnTo>
                    <a:pt x="870399" y="362399"/>
                  </a:lnTo>
                  <a:lnTo>
                    <a:pt x="850214" y="376009"/>
                  </a:lnTo>
                  <a:lnTo>
                    <a:pt x="825500" y="381000"/>
                  </a:lnTo>
                  <a:close/>
                </a:path>
              </a:pathLst>
            </a:custGeom>
            <a:grpFill/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49" name="object 67">
            <a:extLst>
              <a:ext uri="{FF2B5EF4-FFF2-40B4-BE49-F238E27FC236}">
                <a16:creationId xmlns:a16="http://schemas.microsoft.com/office/drawing/2014/main" id="{B69BC1DB-D242-3834-4BA7-1C6FCB9AFF34}"/>
              </a:ext>
            </a:extLst>
          </p:cNvPr>
          <p:cNvSpPr txBox="1"/>
          <p:nvPr/>
        </p:nvSpPr>
        <p:spPr>
          <a:xfrm>
            <a:off x="1523205" y="290301"/>
            <a:ext cx="914400" cy="310854"/>
          </a:xfrm>
          <a:prstGeom prst="rect">
            <a:avLst/>
          </a:prstGeom>
          <a:solidFill>
            <a:srgbClr val="014D4C"/>
          </a:solidFill>
        </p:spPr>
        <p:txBody>
          <a:bodyPr vert="horz" wrap="square" lIns="0" tIns="15240" rIns="0" bIns="0" rtlCol="0">
            <a:spAutoFit/>
          </a:bodyPr>
          <a:lstStyle/>
          <a:p>
            <a:pPr marL="43434" marR="6096" indent="-28956" algn="ctr">
              <a:spcBef>
                <a:spcPts val="120"/>
              </a:spcBef>
            </a:pPr>
            <a:r>
              <a:rPr lang="de-DE" sz="960" b="1" spc="-12" dirty="0">
                <a:solidFill>
                  <a:srgbClr val="FDFFFF"/>
                </a:solidFill>
                <a:latin typeface="Inter"/>
                <a:cs typeface="Inter"/>
              </a:rPr>
              <a:t># 1   </a:t>
            </a:r>
            <a:r>
              <a:rPr sz="960" b="1" spc="-12" dirty="0" err="1">
                <a:solidFill>
                  <a:srgbClr val="FDFFFF"/>
                </a:solidFill>
                <a:latin typeface="Inter"/>
                <a:cs typeface="Inter"/>
              </a:rPr>
              <a:t>Mєchanical</a:t>
            </a:r>
            <a:r>
              <a:rPr sz="960" b="1" spc="600" dirty="0">
                <a:solidFill>
                  <a:srgbClr val="FDFFFF"/>
                </a:solidFill>
                <a:latin typeface="Inter"/>
                <a:cs typeface="Inter"/>
              </a:rPr>
              <a:t> </a:t>
            </a:r>
            <a:r>
              <a:rPr lang="de-DE" sz="960" b="1" spc="600" dirty="0">
                <a:solidFill>
                  <a:srgbClr val="FDFFFF"/>
                </a:solidFill>
                <a:latin typeface="Inter"/>
                <a:cs typeface="Inter"/>
              </a:rPr>
              <a:t>    </a:t>
            </a:r>
            <a:r>
              <a:rPr sz="960" b="1" spc="-12" dirty="0">
                <a:solidFill>
                  <a:srgbClr val="FDFFFF"/>
                </a:solidFill>
                <a:latin typeface="Inter"/>
                <a:cs typeface="Inter"/>
              </a:rPr>
              <a:t>Innovation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150" name="object 68">
            <a:extLst>
              <a:ext uri="{FF2B5EF4-FFF2-40B4-BE49-F238E27FC236}">
                <a16:creationId xmlns:a16="http://schemas.microsoft.com/office/drawing/2014/main" id="{0741A318-B74E-EC96-F56C-F3CBF5BE6DE8}"/>
              </a:ext>
            </a:extLst>
          </p:cNvPr>
          <p:cNvGrpSpPr/>
          <p:nvPr/>
        </p:nvGrpSpPr>
        <p:grpSpPr>
          <a:xfrm>
            <a:off x="3279518" y="210259"/>
            <a:ext cx="1082040" cy="472440"/>
            <a:chOff x="5780747" y="1718039"/>
            <a:chExt cx="901700" cy="393700"/>
          </a:xfrm>
          <a:solidFill>
            <a:srgbClr val="014D4C"/>
          </a:solidFill>
        </p:grpSpPr>
        <p:sp>
          <p:nvSpPr>
            <p:cNvPr id="156" name="object 69">
              <a:extLst>
                <a:ext uri="{FF2B5EF4-FFF2-40B4-BE49-F238E27FC236}">
                  <a16:creationId xmlns:a16="http://schemas.microsoft.com/office/drawing/2014/main" id="{F1D8AC69-E6C9-25AF-1C8B-031DFD68B828}"/>
                </a:ext>
              </a:extLst>
            </p:cNvPr>
            <p:cNvSpPr/>
            <p:nvPr/>
          </p:nvSpPr>
          <p:spPr>
            <a:xfrm>
              <a:off x="5787097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0" y="342214"/>
                  </a:lnTo>
                  <a:lnTo>
                    <a:pt x="18600" y="362399"/>
                  </a:lnTo>
                  <a:lnTo>
                    <a:pt x="38785" y="376009"/>
                  </a:lnTo>
                  <a:lnTo>
                    <a:pt x="63500" y="381000"/>
                  </a:lnTo>
                  <a:lnTo>
                    <a:pt x="825500" y="381000"/>
                  </a:lnTo>
                  <a:lnTo>
                    <a:pt x="850214" y="376009"/>
                  </a:lnTo>
                  <a:lnTo>
                    <a:pt x="870399" y="362399"/>
                  </a:lnTo>
                  <a:lnTo>
                    <a:pt x="884009" y="342214"/>
                  </a:lnTo>
                  <a:lnTo>
                    <a:pt x="889000" y="317500"/>
                  </a:lnTo>
                  <a:lnTo>
                    <a:pt x="889000" y="63500"/>
                  </a:lnTo>
                  <a:lnTo>
                    <a:pt x="884009" y="38785"/>
                  </a:lnTo>
                  <a:lnTo>
                    <a:pt x="870399" y="18600"/>
                  </a:lnTo>
                  <a:lnTo>
                    <a:pt x="850214" y="4990"/>
                  </a:lnTo>
                  <a:lnTo>
                    <a:pt x="8255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57" name="object 70">
              <a:extLst>
                <a:ext uri="{FF2B5EF4-FFF2-40B4-BE49-F238E27FC236}">
                  <a16:creationId xmlns:a16="http://schemas.microsoft.com/office/drawing/2014/main" id="{D1A8BEB6-2B60-0308-84B7-59B073BFF402}"/>
                </a:ext>
              </a:extLst>
            </p:cNvPr>
            <p:cNvSpPr/>
            <p:nvPr/>
          </p:nvSpPr>
          <p:spPr>
            <a:xfrm>
              <a:off x="5787097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825500" y="0"/>
                  </a:lnTo>
                  <a:lnTo>
                    <a:pt x="850214" y="4990"/>
                  </a:lnTo>
                  <a:lnTo>
                    <a:pt x="870399" y="18600"/>
                  </a:lnTo>
                  <a:lnTo>
                    <a:pt x="884009" y="38785"/>
                  </a:lnTo>
                  <a:lnTo>
                    <a:pt x="889000" y="63500"/>
                  </a:lnTo>
                  <a:lnTo>
                    <a:pt x="889000" y="317500"/>
                  </a:lnTo>
                  <a:lnTo>
                    <a:pt x="884009" y="342214"/>
                  </a:lnTo>
                  <a:lnTo>
                    <a:pt x="870399" y="362399"/>
                  </a:lnTo>
                  <a:lnTo>
                    <a:pt x="850214" y="376009"/>
                  </a:lnTo>
                  <a:lnTo>
                    <a:pt x="825500" y="381000"/>
                  </a:lnTo>
                  <a:close/>
                </a:path>
              </a:pathLst>
            </a:custGeom>
            <a:grpFill/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51" name="object 71">
            <a:extLst>
              <a:ext uri="{FF2B5EF4-FFF2-40B4-BE49-F238E27FC236}">
                <a16:creationId xmlns:a16="http://schemas.microsoft.com/office/drawing/2014/main" id="{55921605-0E6B-576D-169B-90023C347326}"/>
              </a:ext>
            </a:extLst>
          </p:cNvPr>
          <p:cNvSpPr txBox="1"/>
          <p:nvPr/>
        </p:nvSpPr>
        <p:spPr>
          <a:xfrm>
            <a:off x="3370901" y="290301"/>
            <a:ext cx="838658" cy="310854"/>
          </a:xfrm>
          <a:prstGeom prst="rect">
            <a:avLst/>
          </a:prstGeom>
          <a:solidFill>
            <a:srgbClr val="014D4C"/>
          </a:solidFill>
        </p:spPr>
        <p:txBody>
          <a:bodyPr vert="horz" wrap="square" lIns="0" tIns="15240" rIns="0" bIns="0" rtlCol="0">
            <a:spAutoFit/>
          </a:bodyPr>
          <a:lstStyle/>
          <a:p>
            <a:pPr marL="64008" marR="6096" indent="-49530" algn="ctr">
              <a:spcBef>
                <a:spcPts val="120"/>
              </a:spcBef>
            </a:pPr>
            <a:r>
              <a:rPr lang="de-DE" sz="960" b="1" spc="-12" dirty="0">
                <a:solidFill>
                  <a:srgbClr val="FDFFFF"/>
                </a:solidFill>
                <a:latin typeface="Inter"/>
                <a:cs typeface="Inter"/>
              </a:rPr>
              <a:t>#2  </a:t>
            </a:r>
            <a:r>
              <a:rPr sz="960" b="1" spc="-12" dirty="0" err="1">
                <a:solidFill>
                  <a:srgbClr val="FDFFFF"/>
                </a:solidFill>
                <a:latin typeface="Inter"/>
                <a:cs typeface="Inter"/>
              </a:rPr>
              <a:t>Biochєmical</a:t>
            </a:r>
            <a:r>
              <a:rPr sz="960" b="1" spc="600" dirty="0">
                <a:solidFill>
                  <a:srgbClr val="FDFFFF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FDFFFF"/>
                </a:solidFill>
                <a:latin typeface="Inter"/>
                <a:cs typeface="Inter"/>
              </a:rPr>
              <a:t>Innovation</a:t>
            </a:r>
            <a:endParaRPr sz="960" dirty="0">
              <a:latin typeface="Inter"/>
              <a:cs typeface="Inter"/>
            </a:endParaRPr>
          </a:p>
        </p:txBody>
      </p:sp>
      <p:grpSp>
        <p:nvGrpSpPr>
          <p:cNvPr id="152" name="object 72">
            <a:extLst>
              <a:ext uri="{FF2B5EF4-FFF2-40B4-BE49-F238E27FC236}">
                <a16:creationId xmlns:a16="http://schemas.microsoft.com/office/drawing/2014/main" id="{B278A7F8-372E-25A2-06B1-F95C6FDA5633}"/>
              </a:ext>
            </a:extLst>
          </p:cNvPr>
          <p:cNvGrpSpPr/>
          <p:nvPr/>
        </p:nvGrpSpPr>
        <p:grpSpPr>
          <a:xfrm>
            <a:off x="5200958" y="210259"/>
            <a:ext cx="1082040" cy="472440"/>
            <a:chOff x="7381947" y="1718039"/>
            <a:chExt cx="901700" cy="393700"/>
          </a:xfrm>
          <a:solidFill>
            <a:srgbClr val="014D4C"/>
          </a:solidFill>
        </p:grpSpPr>
        <p:sp>
          <p:nvSpPr>
            <p:cNvPr id="154" name="object 73">
              <a:extLst>
                <a:ext uri="{FF2B5EF4-FFF2-40B4-BE49-F238E27FC236}">
                  <a16:creationId xmlns:a16="http://schemas.microsoft.com/office/drawing/2014/main" id="{E0A91F17-6DDE-8DDA-97CF-EC8E15C44AB4}"/>
                </a:ext>
              </a:extLst>
            </p:cNvPr>
            <p:cNvSpPr/>
            <p:nvPr/>
          </p:nvSpPr>
          <p:spPr>
            <a:xfrm>
              <a:off x="7388297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0" y="342214"/>
                  </a:lnTo>
                  <a:lnTo>
                    <a:pt x="18600" y="362399"/>
                  </a:lnTo>
                  <a:lnTo>
                    <a:pt x="38785" y="376009"/>
                  </a:lnTo>
                  <a:lnTo>
                    <a:pt x="63500" y="381000"/>
                  </a:lnTo>
                  <a:lnTo>
                    <a:pt x="825500" y="381000"/>
                  </a:lnTo>
                  <a:lnTo>
                    <a:pt x="850214" y="376009"/>
                  </a:lnTo>
                  <a:lnTo>
                    <a:pt x="870399" y="362399"/>
                  </a:lnTo>
                  <a:lnTo>
                    <a:pt x="884009" y="342214"/>
                  </a:lnTo>
                  <a:lnTo>
                    <a:pt x="889000" y="317500"/>
                  </a:lnTo>
                  <a:lnTo>
                    <a:pt x="889000" y="63500"/>
                  </a:lnTo>
                  <a:lnTo>
                    <a:pt x="884009" y="38785"/>
                  </a:lnTo>
                  <a:lnTo>
                    <a:pt x="870399" y="18600"/>
                  </a:lnTo>
                  <a:lnTo>
                    <a:pt x="850214" y="4990"/>
                  </a:lnTo>
                  <a:lnTo>
                    <a:pt x="8255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55" name="object 74">
              <a:extLst>
                <a:ext uri="{FF2B5EF4-FFF2-40B4-BE49-F238E27FC236}">
                  <a16:creationId xmlns:a16="http://schemas.microsoft.com/office/drawing/2014/main" id="{ECD263DA-21EE-321C-146C-C5E9EF9E7318}"/>
                </a:ext>
              </a:extLst>
            </p:cNvPr>
            <p:cNvSpPr/>
            <p:nvPr/>
          </p:nvSpPr>
          <p:spPr>
            <a:xfrm>
              <a:off x="7388297" y="1724389"/>
              <a:ext cx="889000" cy="381000"/>
            </a:xfrm>
            <a:custGeom>
              <a:avLst/>
              <a:gdLst/>
              <a:ahLst/>
              <a:cxnLst/>
              <a:rect l="l" t="t" r="r" b="b"/>
              <a:pathLst>
                <a:path w="889000" h="381000">
                  <a:moveTo>
                    <a:pt x="825500" y="381000"/>
                  </a:moveTo>
                  <a:lnTo>
                    <a:pt x="63500" y="381000"/>
                  </a:lnTo>
                  <a:lnTo>
                    <a:pt x="38785" y="376009"/>
                  </a:lnTo>
                  <a:lnTo>
                    <a:pt x="18600" y="362399"/>
                  </a:lnTo>
                  <a:lnTo>
                    <a:pt x="4990" y="342214"/>
                  </a:lnTo>
                  <a:lnTo>
                    <a:pt x="0" y="317500"/>
                  </a:lnTo>
                  <a:lnTo>
                    <a:pt x="0" y="63500"/>
                  </a:lnTo>
                  <a:lnTo>
                    <a:pt x="4990" y="38785"/>
                  </a:lnTo>
                  <a:lnTo>
                    <a:pt x="18600" y="18600"/>
                  </a:lnTo>
                  <a:lnTo>
                    <a:pt x="38785" y="4990"/>
                  </a:lnTo>
                  <a:lnTo>
                    <a:pt x="63500" y="0"/>
                  </a:lnTo>
                  <a:lnTo>
                    <a:pt x="825500" y="0"/>
                  </a:lnTo>
                  <a:lnTo>
                    <a:pt x="850214" y="4990"/>
                  </a:lnTo>
                  <a:lnTo>
                    <a:pt x="870399" y="18600"/>
                  </a:lnTo>
                  <a:lnTo>
                    <a:pt x="884009" y="38785"/>
                  </a:lnTo>
                  <a:lnTo>
                    <a:pt x="889000" y="63500"/>
                  </a:lnTo>
                  <a:lnTo>
                    <a:pt x="889000" y="317500"/>
                  </a:lnTo>
                  <a:lnTo>
                    <a:pt x="884009" y="342214"/>
                  </a:lnTo>
                  <a:lnTo>
                    <a:pt x="870399" y="362399"/>
                  </a:lnTo>
                  <a:lnTo>
                    <a:pt x="850214" y="376009"/>
                  </a:lnTo>
                  <a:lnTo>
                    <a:pt x="825500" y="381000"/>
                  </a:lnTo>
                  <a:close/>
                </a:path>
              </a:pathLst>
            </a:custGeom>
            <a:grpFill/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53" name="object 75">
            <a:extLst>
              <a:ext uri="{FF2B5EF4-FFF2-40B4-BE49-F238E27FC236}">
                <a16:creationId xmlns:a16="http://schemas.microsoft.com/office/drawing/2014/main" id="{ECC3F08E-B2F7-2D32-9DA1-89A54E97D698}"/>
              </a:ext>
            </a:extLst>
          </p:cNvPr>
          <p:cNvSpPr txBox="1"/>
          <p:nvPr/>
        </p:nvSpPr>
        <p:spPr>
          <a:xfrm>
            <a:off x="5294508" y="290301"/>
            <a:ext cx="798756" cy="310854"/>
          </a:xfrm>
          <a:prstGeom prst="rect">
            <a:avLst/>
          </a:prstGeom>
          <a:solidFill>
            <a:srgbClr val="014D4C"/>
          </a:solidFill>
        </p:spPr>
        <p:txBody>
          <a:bodyPr vert="horz" wrap="square" lIns="0" tIns="15240" rIns="0" bIns="0" rtlCol="0">
            <a:spAutoFit/>
          </a:bodyPr>
          <a:lstStyle/>
          <a:p>
            <a:pPr marL="15240" marR="6096" indent="122682" algn="ctr">
              <a:spcBef>
                <a:spcPts val="120"/>
              </a:spcBef>
            </a:pPr>
            <a:r>
              <a:rPr lang="de-DE" sz="960" b="1" spc="-12" dirty="0">
                <a:solidFill>
                  <a:srgbClr val="FDFFFF"/>
                </a:solidFill>
                <a:latin typeface="Inter"/>
                <a:cs typeface="Inter"/>
              </a:rPr>
              <a:t>#3  </a:t>
            </a:r>
            <a:r>
              <a:rPr sz="960" b="1" spc="-12" dirty="0">
                <a:solidFill>
                  <a:srgbClr val="FDFFFF"/>
                </a:solidFill>
                <a:latin typeface="Inter"/>
                <a:cs typeface="Inter"/>
              </a:rPr>
              <a:t>Digital</a:t>
            </a:r>
            <a:r>
              <a:rPr sz="960" b="1" spc="600" dirty="0">
                <a:solidFill>
                  <a:srgbClr val="FDFFFF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FDFFFF"/>
                </a:solidFill>
                <a:latin typeface="Inter"/>
                <a:cs typeface="Inter"/>
              </a:rPr>
              <a:t>Innovation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160" name="object 23">
            <a:extLst>
              <a:ext uri="{FF2B5EF4-FFF2-40B4-BE49-F238E27FC236}">
                <a16:creationId xmlns:a16="http://schemas.microsoft.com/office/drawing/2014/main" id="{F8F72B06-6D2A-5A84-9140-43B8FCACB22D}"/>
              </a:ext>
            </a:extLst>
          </p:cNvPr>
          <p:cNvSpPr/>
          <p:nvPr/>
        </p:nvSpPr>
        <p:spPr>
          <a:xfrm>
            <a:off x="9052560" y="6372773"/>
            <a:ext cx="426720" cy="231648"/>
          </a:xfrm>
          <a:custGeom>
            <a:avLst/>
            <a:gdLst/>
            <a:ahLst/>
            <a:cxnLst/>
            <a:rect l="l" t="t" r="r" b="b"/>
            <a:pathLst>
              <a:path w="355600" h="193040">
                <a:moveTo>
                  <a:pt x="324650" y="0"/>
                </a:moveTo>
                <a:lnTo>
                  <a:pt x="30949" y="0"/>
                </a:lnTo>
                <a:lnTo>
                  <a:pt x="28517" y="12047"/>
                </a:lnTo>
                <a:lnTo>
                  <a:pt x="21885" y="21885"/>
                </a:lnTo>
                <a:lnTo>
                  <a:pt x="12047" y="28517"/>
                </a:lnTo>
                <a:lnTo>
                  <a:pt x="0" y="30949"/>
                </a:lnTo>
                <a:lnTo>
                  <a:pt x="0" y="161670"/>
                </a:lnTo>
                <a:lnTo>
                  <a:pt x="12047" y="164103"/>
                </a:lnTo>
                <a:lnTo>
                  <a:pt x="21885" y="170735"/>
                </a:lnTo>
                <a:lnTo>
                  <a:pt x="28517" y="180573"/>
                </a:lnTo>
                <a:lnTo>
                  <a:pt x="30949" y="192620"/>
                </a:lnTo>
                <a:lnTo>
                  <a:pt x="324650" y="192620"/>
                </a:lnTo>
                <a:lnTo>
                  <a:pt x="327082" y="180573"/>
                </a:lnTo>
                <a:lnTo>
                  <a:pt x="333714" y="170735"/>
                </a:lnTo>
                <a:lnTo>
                  <a:pt x="343552" y="164103"/>
                </a:lnTo>
                <a:lnTo>
                  <a:pt x="355599" y="161670"/>
                </a:lnTo>
                <a:lnTo>
                  <a:pt x="355599" y="30949"/>
                </a:lnTo>
                <a:lnTo>
                  <a:pt x="343552" y="28517"/>
                </a:lnTo>
                <a:lnTo>
                  <a:pt x="333714" y="21885"/>
                </a:lnTo>
                <a:lnTo>
                  <a:pt x="327082" y="12047"/>
                </a:lnTo>
                <a:lnTo>
                  <a:pt x="324650" y="0"/>
                </a:lnTo>
                <a:close/>
              </a:path>
            </a:pathLst>
          </a:custGeom>
          <a:solidFill>
            <a:srgbClr val="014D4D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61" name="object 24">
            <a:extLst>
              <a:ext uri="{FF2B5EF4-FFF2-40B4-BE49-F238E27FC236}">
                <a16:creationId xmlns:a16="http://schemas.microsoft.com/office/drawing/2014/main" id="{E0915658-A837-D4AC-8822-770C15DF934B}"/>
              </a:ext>
            </a:extLst>
          </p:cNvPr>
          <p:cNvSpPr txBox="1"/>
          <p:nvPr/>
        </p:nvSpPr>
        <p:spPr>
          <a:xfrm>
            <a:off x="9089916" y="6355080"/>
            <a:ext cx="348980" cy="223138"/>
          </a:xfrm>
          <a:prstGeom prst="rect">
            <a:avLst/>
          </a:prstGeom>
        </p:spPr>
        <p:txBody>
          <a:bodyPr vert="horz" wrap="square" lIns="0" tIns="19812" rIns="0" bIns="0" rtlCol="0">
            <a:spAutoFit/>
          </a:bodyPr>
          <a:lstStyle/>
          <a:p>
            <a:pPr marL="15240">
              <a:spcBef>
                <a:spcPts val="156"/>
              </a:spcBef>
            </a:pPr>
            <a:r>
              <a:rPr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#</a:t>
            </a:r>
            <a:r>
              <a:rPr lang="de-DE"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3</a:t>
            </a:r>
            <a:r>
              <a:rPr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.</a:t>
            </a:r>
            <a:r>
              <a:rPr lang="de-DE" sz="1320" b="1" spc="-24" dirty="0">
                <a:solidFill>
                  <a:srgbClr val="FFFFFF"/>
                </a:solidFill>
                <a:latin typeface="Bebas Neue Pro"/>
                <a:cs typeface="Bebas Neue Pro"/>
              </a:rPr>
              <a:t>1</a:t>
            </a:r>
            <a:endParaRPr sz="1500" dirty="0">
              <a:latin typeface="Bebas Neue Pro"/>
              <a:cs typeface="Bebas Neue Pro"/>
            </a:endParaRPr>
          </a:p>
        </p:txBody>
      </p:sp>
    </p:spTree>
    <p:extLst>
      <p:ext uri="{BB962C8B-B14F-4D97-AF65-F5344CB8AC3E}">
        <p14:creationId xmlns:p14="http://schemas.microsoft.com/office/powerpoint/2010/main" val="336447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031 0 " pathEditMode="relative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031 0 " pathEditMode="relative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497169"/>
            <a:ext cx="12191999" cy="63608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2704" y="3287145"/>
            <a:ext cx="579120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Starting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installing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sєnsors</a:t>
            </a:r>
            <a:endParaRPr sz="960" dirty="0">
              <a:latin typeface="Inter"/>
              <a:cs typeface="Inte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9705" y="2483935"/>
            <a:ext cx="953262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First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simulation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rєsults</a:t>
            </a:r>
            <a:endParaRPr sz="960">
              <a:latin typeface="Inter"/>
              <a:cs typeface="In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3092" y="2483935"/>
            <a:ext cx="1015746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Rєmotє</a:t>
            </a:r>
            <a:endParaRPr sz="960">
              <a:latin typeface="Inter"/>
              <a:cs typeface="Inter"/>
            </a:endParaRPr>
          </a:p>
          <a:p>
            <a:pPr marL="15240"/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Control</a:t>
            </a:r>
            <a:r>
              <a:rPr sz="960" b="1" spc="-5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installєd</a:t>
            </a:r>
            <a:endParaRPr sz="960">
              <a:latin typeface="Inter"/>
              <a:cs typeface="In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2583" y="4163383"/>
            <a:ext cx="727710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Starting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installing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innovations</a:t>
            </a:r>
            <a:endParaRPr sz="960">
              <a:latin typeface="Inter"/>
              <a:cs typeface="In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2582" y="5112895"/>
            <a:ext cx="856488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Initial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mєasurєmєnt</a:t>
            </a:r>
            <a:endParaRPr sz="960">
              <a:latin typeface="Inter"/>
              <a:cs typeface="In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6930" y="3360296"/>
            <a:ext cx="658368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Digital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twin</a:t>
            </a:r>
            <a:r>
              <a:rPr sz="960" b="1" spc="-3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rєady</a:t>
            </a:r>
            <a:endParaRPr sz="960">
              <a:latin typeface="Inter"/>
              <a:cs typeface="In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6930" y="4236658"/>
            <a:ext cx="681990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Dashboard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24" dirty="0">
                <a:solidFill>
                  <a:srgbClr val="093330"/>
                </a:solidFill>
                <a:latin typeface="Inter"/>
                <a:cs typeface="Inter"/>
              </a:rPr>
              <a:t>rєady</a:t>
            </a:r>
            <a:endParaRPr sz="960">
              <a:latin typeface="Inter"/>
              <a:cs typeface="In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6930" y="5113018"/>
            <a:ext cx="913638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All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 innovations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installєd</a:t>
            </a:r>
            <a:endParaRPr sz="960">
              <a:latin typeface="Inter"/>
              <a:cs typeface="Int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7665" y="3287266"/>
            <a:ext cx="837438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Optimazation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Phasє </a:t>
            </a:r>
            <a:r>
              <a:rPr sz="960" b="1" spc="-60" dirty="0">
                <a:solidFill>
                  <a:srgbClr val="093330"/>
                </a:solidFill>
                <a:latin typeface="Inter"/>
                <a:cs typeface="Inter"/>
              </a:rPr>
              <a:t>1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complєtєd</a:t>
            </a:r>
            <a:endParaRPr sz="960">
              <a:latin typeface="Inter"/>
              <a:cs typeface="In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17664" y="4236779"/>
            <a:ext cx="795528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Intєrmєdiatє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Rєport</a:t>
            </a:r>
            <a:r>
              <a:rPr sz="960" b="1" spc="-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60" dirty="0">
                <a:solidFill>
                  <a:srgbClr val="093330"/>
                </a:solidFill>
                <a:latin typeface="Inter"/>
                <a:cs typeface="Inter"/>
              </a:rPr>
              <a:t>1</a:t>
            </a:r>
            <a:endParaRPr sz="960">
              <a:latin typeface="Inter"/>
              <a:cs typeface="Inter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1053" y="3287266"/>
            <a:ext cx="837438" cy="4585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Optimazation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Phasє </a:t>
            </a:r>
            <a:r>
              <a:rPr sz="960" b="1" spc="-60" dirty="0">
                <a:solidFill>
                  <a:srgbClr val="093330"/>
                </a:solidFill>
                <a:latin typeface="Inter"/>
                <a:cs typeface="Inter"/>
              </a:rPr>
              <a:t>2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complєtєd</a:t>
            </a:r>
            <a:endParaRPr sz="96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81052" y="4236779"/>
            <a:ext cx="795528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Intєrmєdiatє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Rєport</a:t>
            </a:r>
            <a:r>
              <a:rPr sz="960" b="1" spc="-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60" dirty="0">
                <a:solidFill>
                  <a:srgbClr val="093330"/>
                </a:solidFill>
                <a:latin typeface="Inter"/>
                <a:cs typeface="Inter"/>
              </a:rPr>
              <a:t>2</a:t>
            </a:r>
            <a:endParaRPr sz="960">
              <a:latin typeface="Inter"/>
              <a:cs typeface="Inter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7665" y="5113140"/>
            <a:ext cx="960882" cy="310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6096">
              <a:spcBef>
                <a:spcPts val="120"/>
              </a:spcBef>
            </a:pP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Starting</a:t>
            </a:r>
            <a:r>
              <a:rPr sz="960" b="1" spc="600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dirty="0">
                <a:solidFill>
                  <a:srgbClr val="093330"/>
                </a:solidFill>
                <a:latin typeface="Inter"/>
                <a:cs typeface="Inter"/>
              </a:rPr>
              <a:t>Rєmotє</a:t>
            </a:r>
            <a:r>
              <a:rPr sz="960" b="1" spc="-6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960" b="1" spc="-12" dirty="0">
                <a:solidFill>
                  <a:srgbClr val="093330"/>
                </a:solidFill>
                <a:latin typeface="Inter"/>
                <a:cs typeface="Inter"/>
              </a:rPr>
              <a:t>Control</a:t>
            </a:r>
            <a:endParaRPr sz="960">
              <a:latin typeface="Inter"/>
              <a:cs typeface="Inter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146563" y="1131725"/>
            <a:ext cx="787146" cy="384721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sz="2400" b="1" spc="-24" dirty="0">
                <a:solidFill>
                  <a:srgbClr val="093330"/>
                </a:solidFill>
                <a:latin typeface="Montserrat ExtraBold"/>
                <a:cs typeface="Montserrat ExtraBold"/>
              </a:rPr>
              <a:t>2025</a:t>
            </a:r>
            <a:endParaRPr sz="2400">
              <a:latin typeface="Montserrat ExtraBold"/>
              <a:cs typeface="Montserrat ExtraBol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6264" y="1125966"/>
            <a:ext cx="799338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400" b="1" spc="-24" dirty="0">
                <a:solidFill>
                  <a:srgbClr val="093330"/>
                </a:solidFill>
                <a:latin typeface="Montserrat ExtraBold"/>
                <a:cs typeface="Montserrat ExtraBold"/>
              </a:rPr>
              <a:t>2026</a:t>
            </a:r>
            <a:endParaRPr sz="2400">
              <a:latin typeface="Montserrat ExtraBold"/>
              <a:cs typeface="Montserrat ExtraBold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3465" y="1635740"/>
            <a:ext cx="313182" cy="383286"/>
            <a:chOff x="627887" y="1363116"/>
            <a:chExt cx="260985" cy="319405"/>
          </a:xfrm>
        </p:grpSpPr>
        <p:sp>
          <p:nvSpPr>
            <p:cNvPr id="19" name="object 19"/>
            <p:cNvSpPr/>
            <p:nvPr/>
          </p:nvSpPr>
          <p:spPr>
            <a:xfrm>
              <a:off x="63487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3487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1782" y="1704076"/>
            <a:ext cx="147733" cy="24688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Jan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9807" y="1635740"/>
            <a:ext cx="313182" cy="383286"/>
            <a:chOff x="874839" y="1363116"/>
            <a:chExt cx="260985" cy="319405"/>
          </a:xfrm>
        </p:grpSpPr>
        <p:sp>
          <p:nvSpPr>
            <p:cNvPr id="23" name="object 23"/>
            <p:cNvSpPr/>
            <p:nvPr/>
          </p:nvSpPr>
          <p:spPr>
            <a:xfrm>
              <a:off x="88182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8182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08130" y="1703774"/>
            <a:ext cx="147733" cy="2476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Fєb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46150" y="1635740"/>
            <a:ext cx="313182" cy="383286"/>
            <a:chOff x="1121791" y="1363116"/>
            <a:chExt cx="260985" cy="319405"/>
          </a:xfrm>
        </p:grpSpPr>
        <p:sp>
          <p:nvSpPr>
            <p:cNvPr id="27" name="object 27"/>
            <p:cNvSpPr/>
            <p:nvPr/>
          </p:nvSpPr>
          <p:spPr>
            <a:xfrm>
              <a:off x="112877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12877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404462" y="1704835"/>
            <a:ext cx="147733" cy="24536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Miz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42491" y="1635740"/>
            <a:ext cx="313182" cy="383286"/>
            <a:chOff x="1368742" y="1363116"/>
            <a:chExt cx="260985" cy="319405"/>
          </a:xfrm>
        </p:grpSpPr>
        <p:sp>
          <p:nvSpPr>
            <p:cNvPr id="31" name="object 31"/>
            <p:cNvSpPr/>
            <p:nvPr/>
          </p:nvSpPr>
          <p:spPr>
            <a:xfrm>
              <a:off x="137572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37572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700808" y="1703007"/>
            <a:ext cx="147733" cy="24917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Apr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38833" y="1635740"/>
            <a:ext cx="313182" cy="383286"/>
            <a:chOff x="1615694" y="1363116"/>
            <a:chExt cx="260985" cy="319405"/>
          </a:xfrm>
        </p:grpSpPr>
        <p:sp>
          <p:nvSpPr>
            <p:cNvPr id="35" name="object 35"/>
            <p:cNvSpPr/>
            <p:nvPr/>
          </p:nvSpPr>
          <p:spPr>
            <a:xfrm>
              <a:off x="162267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62267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997139" y="1704308"/>
            <a:ext cx="147733" cy="246125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Mai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235175" y="1635740"/>
            <a:ext cx="313182" cy="383286"/>
            <a:chOff x="1862645" y="1363116"/>
            <a:chExt cx="260985" cy="319405"/>
          </a:xfrm>
        </p:grpSpPr>
        <p:sp>
          <p:nvSpPr>
            <p:cNvPr id="39" name="object 39"/>
            <p:cNvSpPr/>
            <p:nvPr/>
          </p:nvSpPr>
          <p:spPr>
            <a:xfrm>
              <a:off x="186963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0" name="object 40"/>
            <p:cNvSpPr/>
            <p:nvPr/>
          </p:nvSpPr>
          <p:spPr>
            <a:xfrm>
              <a:off x="186963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93486" y="1701541"/>
            <a:ext cx="147733" cy="25222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531517" y="1635740"/>
            <a:ext cx="313182" cy="383286"/>
            <a:chOff x="2109597" y="1363116"/>
            <a:chExt cx="260985" cy="319405"/>
          </a:xfrm>
        </p:grpSpPr>
        <p:sp>
          <p:nvSpPr>
            <p:cNvPr id="43" name="object 43"/>
            <p:cNvSpPr/>
            <p:nvPr/>
          </p:nvSpPr>
          <p:spPr>
            <a:xfrm>
              <a:off x="211658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4" name="object 44"/>
            <p:cNvSpPr/>
            <p:nvPr/>
          </p:nvSpPr>
          <p:spPr>
            <a:xfrm>
              <a:off x="211658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589816" y="1722867"/>
            <a:ext cx="147733" cy="2095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Jul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827858" y="1635740"/>
            <a:ext cx="313182" cy="383286"/>
            <a:chOff x="2356548" y="1363116"/>
            <a:chExt cx="260985" cy="319405"/>
          </a:xfrm>
        </p:grpSpPr>
        <p:sp>
          <p:nvSpPr>
            <p:cNvPr id="47" name="object 47"/>
            <p:cNvSpPr/>
            <p:nvPr/>
          </p:nvSpPr>
          <p:spPr>
            <a:xfrm>
              <a:off x="2363533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48" name="object 48"/>
            <p:cNvSpPr/>
            <p:nvPr/>
          </p:nvSpPr>
          <p:spPr>
            <a:xfrm>
              <a:off x="2363533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886165" y="1689974"/>
            <a:ext cx="147733" cy="27508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Aug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24201" y="1635740"/>
            <a:ext cx="313182" cy="383286"/>
            <a:chOff x="2603500" y="1363116"/>
            <a:chExt cx="260985" cy="319405"/>
          </a:xfrm>
        </p:grpSpPr>
        <p:sp>
          <p:nvSpPr>
            <p:cNvPr id="51" name="object 51"/>
            <p:cNvSpPr/>
            <p:nvPr/>
          </p:nvSpPr>
          <p:spPr>
            <a:xfrm>
              <a:off x="261048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2" name="object 52"/>
            <p:cNvSpPr/>
            <p:nvPr/>
          </p:nvSpPr>
          <p:spPr>
            <a:xfrm>
              <a:off x="261048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182511" y="1697143"/>
            <a:ext cx="147733" cy="26060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Sєp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420542" y="1635740"/>
            <a:ext cx="313182" cy="383286"/>
            <a:chOff x="2850451" y="1363116"/>
            <a:chExt cx="260985" cy="319405"/>
          </a:xfrm>
        </p:grpSpPr>
        <p:sp>
          <p:nvSpPr>
            <p:cNvPr id="55" name="object 55"/>
            <p:cNvSpPr/>
            <p:nvPr/>
          </p:nvSpPr>
          <p:spPr>
            <a:xfrm>
              <a:off x="285743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56" name="object 56"/>
            <p:cNvSpPr/>
            <p:nvPr/>
          </p:nvSpPr>
          <p:spPr>
            <a:xfrm>
              <a:off x="285743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78858" y="1705289"/>
            <a:ext cx="147733" cy="24460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24" dirty="0">
                <a:solidFill>
                  <a:srgbClr val="FFFFFF"/>
                </a:solidFill>
                <a:latin typeface="Inter"/>
                <a:cs typeface="Inter"/>
              </a:rPr>
              <a:t>Ofit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716883" y="1635740"/>
            <a:ext cx="313182" cy="383286"/>
            <a:chOff x="3097402" y="1363116"/>
            <a:chExt cx="260985" cy="319405"/>
          </a:xfrm>
        </p:grpSpPr>
        <p:sp>
          <p:nvSpPr>
            <p:cNvPr id="59" name="object 59"/>
            <p:cNvSpPr/>
            <p:nvPr/>
          </p:nvSpPr>
          <p:spPr>
            <a:xfrm>
              <a:off x="310438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60" name="object 60"/>
            <p:cNvSpPr/>
            <p:nvPr/>
          </p:nvSpPr>
          <p:spPr>
            <a:xfrm>
              <a:off x="310438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775188" y="1695283"/>
            <a:ext cx="147733" cy="26441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Nov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013225" y="1635740"/>
            <a:ext cx="313182" cy="383286"/>
            <a:chOff x="3344354" y="1363116"/>
            <a:chExt cx="260985" cy="319405"/>
          </a:xfrm>
        </p:grpSpPr>
        <p:sp>
          <p:nvSpPr>
            <p:cNvPr id="63" name="object 63"/>
            <p:cNvSpPr/>
            <p:nvPr/>
          </p:nvSpPr>
          <p:spPr>
            <a:xfrm>
              <a:off x="335133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FF612C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64" name="object 64"/>
            <p:cNvSpPr/>
            <p:nvPr/>
          </p:nvSpPr>
          <p:spPr>
            <a:xfrm>
              <a:off x="335133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071534" y="1696591"/>
            <a:ext cx="147733" cy="26212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Dєz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309567" y="1635740"/>
            <a:ext cx="313182" cy="383286"/>
            <a:chOff x="3591305" y="1363116"/>
            <a:chExt cx="260985" cy="319405"/>
          </a:xfrm>
        </p:grpSpPr>
        <p:sp>
          <p:nvSpPr>
            <p:cNvPr id="67" name="object 67"/>
            <p:cNvSpPr/>
            <p:nvPr/>
          </p:nvSpPr>
          <p:spPr>
            <a:xfrm>
              <a:off x="359829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68" name="object 68"/>
            <p:cNvSpPr/>
            <p:nvPr/>
          </p:nvSpPr>
          <p:spPr>
            <a:xfrm>
              <a:off x="359829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367882" y="1704076"/>
            <a:ext cx="147733" cy="24688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Jan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605909" y="1635740"/>
            <a:ext cx="313182" cy="383286"/>
            <a:chOff x="3838257" y="1363116"/>
            <a:chExt cx="260985" cy="319405"/>
          </a:xfrm>
        </p:grpSpPr>
        <p:sp>
          <p:nvSpPr>
            <p:cNvPr id="71" name="object 71"/>
            <p:cNvSpPr/>
            <p:nvPr/>
          </p:nvSpPr>
          <p:spPr>
            <a:xfrm>
              <a:off x="384524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72" name="object 72"/>
            <p:cNvSpPr/>
            <p:nvPr/>
          </p:nvSpPr>
          <p:spPr>
            <a:xfrm>
              <a:off x="384524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664229" y="1703803"/>
            <a:ext cx="147733" cy="2476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Fєb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902251" y="1635740"/>
            <a:ext cx="313182" cy="383286"/>
            <a:chOff x="4085209" y="1363116"/>
            <a:chExt cx="260985" cy="319405"/>
          </a:xfrm>
        </p:grpSpPr>
        <p:sp>
          <p:nvSpPr>
            <p:cNvPr id="75" name="object 75"/>
            <p:cNvSpPr/>
            <p:nvPr/>
          </p:nvSpPr>
          <p:spPr>
            <a:xfrm>
              <a:off x="409219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76" name="object 76"/>
            <p:cNvSpPr/>
            <p:nvPr/>
          </p:nvSpPr>
          <p:spPr>
            <a:xfrm>
              <a:off x="409219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4960560" y="1704864"/>
            <a:ext cx="147733" cy="24536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Miz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198593" y="1635740"/>
            <a:ext cx="313182" cy="383286"/>
            <a:chOff x="4332160" y="1363116"/>
            <a:chExt cx="260985" cy="319405"/>
          </a:xfrm>
        </p:grpSpPr>
        <p:sp>
          <p:nvSpPr>
            <p:cNvPr id="79" name="object 79"/>
            <p:cNvSpPr/>
            <p:nvPr/>
          </p:nvSpPr>
          <p:spPr>
            <a:xfrm>
              <a:off x="433914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80" name="object 80"/>
            <p:cNvSpPr/>
            <p:nvPr/>
          </p:nvSpPr>
          <p:spPr>
            <a:xfrm>
              <a:off x="433914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256906" y="1703007"/>
            <a:ext cx="147733" cy="24917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Apr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494934" y="1635740"/>
            <a:ext cx="313182" cy="383286"/>
            <a:chOff x="4579111" y="1363116"/>
            <a:chExt cx="260985" cy="319405"/>
          </a:xfrm>
        </p:grpSpPr>
        <p:sp>
          <p:nvSpPr>
            <p:cNvPr id="83" name="object 83"/>
            <p:cNvSpPr/>
            <p:nvPr/>
          </p:nvSpPr>
          <p:spPr>
            <a:xfrm>
              <a:off x="458609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84" name="object 84"/>
            <p:cNvSpPr/>
            <p:nvPr/>
          </p:nvSpPr>
          <p:spPr>
            <a:xfrm>
              <a:off x="458609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553252" y="1704308"/>
            <a:ext cx="147733" cy="246125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Mai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5791276" y="1635740"/>
            <a:ext cx="313182" cy="383286"/>
            <a:chOff x="4826063" y="1363116"/>
            <a:chExt cx="260985" cy="319405"/>
          </a:xfrm>
        </p:grpSpPr>
        <p:sp>
          <p:nvSpPr>
            <p:cNvPr id="87" name="object 87"/>
            <p:cNvSpPr/>
            <p:nvPr/>
          </p:nvSpPr>
          <p:spPr>
            <a:xfrm>
              <a:off x="4833048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88" name="object 88"/>
            <p:cNvSpPr/>
            <p:nvPr/>
          </p:nvSpPr>
          <p:spPr>
            <a:xfrm>
              <a:off x="4833048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5849585" y="1701541"/>
            <a:ext cx="147733" cy="25222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087619" y="1635740"/>
            <a:ext cx="313182" cy="383286"/>
            <a:chOff x="5073015" y="1363116"/>
            <a:chExt cx="260985" cy="319405"/>
          </a:xfrm>
        </p:grpSpPr>
        <p:sp>
          <p:nvSpPr>
            <p:cNvPr id="91" name="object 91"/>
            <p:cNvSpPr/>
            <p:nvPr/>
          </p:nvSpPr>
          <p:spPr>
            <a:xfrm>
              <a:off x="508000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92" name="object 92"/>
            <p:cNvSpPr/>
            <p:nvPr/>
          </p:nvSpPr>
          <p:spPr>
            <a:xfrm>
              <a:off x="508000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6145932" y="1722867"/>
            <a:ext cx="147733" cy="2095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Jul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6383960" y="1635740"/>
            <a:ext cx="313182" cy="383286"/>
            <a:chOff x="5319966" y="1363116"/>
            <a:chExt cx="260985" cy="319405"/>
          </a:xfrm>
        </p:grpSpPr>
        <p:sp>
          <p:nvSpPr>
            <p:cNvPr id="95" name="object 95"/>
            <p:cNvSpPr/>
            <p:nvPr/>
          </p:nvSpPr>
          <p:spPr>
            <a:xfrm>
              <a:off x="5326951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96" name="object 96"/>
            <p:cNvSpPr/>
            <p:nvPr/>
          </p:nvSpPr>
          <p:spPr>
            <a:xfrm>
              <a:off x="5326951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6442263" y="1689974"/>
            <a:ext cx="147733" cy="27508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Aug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680301" y="1635740"/>
            <a:ext cx="313182" cy="383286"/>
            <a:chOff x="5566917" y="1363116"/>
            <a:chExt cx="260985" cy="319405"/>
          </a:xfrm>
        </p:grpSpPr>
        <p:sp>
          <p:nvSpPr>
            <p:cNvPr id="99" name="object 99"/>
            <p:cNvSpPr/>
            <p:nvPr/>
          </p:nvSpPr>
          <p:spPr>
            <a:xfrm>
              <a:off x="557390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57390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738610" y="1697143"/>
            <a:ext cx="147733" cy="26060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Sєp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976643" y="1635740"/>
            <a:ext cx="313182" cy="383286"/>
            <a:chOff x="5813869" y="1363116"/>
            <a:chExt cx="260985" cy="319405"/>
          </a:xfrm>
        </p:grpSpPr>
        <p:sp>
          <p:nvSpPr>
            <p:cNvPr id="103" name="object 103"/>
            <p:cNvSpPr/>
            <p:nvPr/>
          </p:nvSpPr>
          <p:spPr>
            <a:xfrm>
              <a:off x="582085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82085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7034956" y="1705289"/>
            <a:ext cx="147733" cy="24460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24" dirty="0">
                <a:solidFill>
                  <a:srgbClr val="FFFFFF"/>
                </a:solidFill>
                <a:latin typeface="Inter"/>
                <a:cs typeface="Inter"/>
              </a:rPr>
              <a:t>Ofit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272986" y="1635740"/>
            <a:ext cx="313182" cy="383286"/>
            <a:chOff x="6060821" y="1363116"/>
            <a:chExt cx="260985" cy="319405"/>
          </a:xfrm>
        </p:grpSpPr>
        <p:sp>
          <p:nvSpPr>
            <p:cNvPr id="107" name="object 107"/>
            <p:cNvSpPr/>
            <p:nvPr/>
          </p:nvSpPr>
          <p:spPr>
            <a:xfrm>
              <a:off x="606780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6780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7331289" y="1695283"/>
            <a:ext cx="147733" cy="26441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Nov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7569327" y="1635740"/>
            <a:ext cx="313182" cy="383286"/>
            <a:chOff x="6307772" y="1363116"/>
            <a:chExt cx="260985" cy="319405"/>
          </a:xfrm>
        </p:grpSpPr>
        <p:sp>
          <p:nvSpPr>
            <p:cNvPr id="111" name="object 111"/>
            <p:cNvSpPr/>
            <p:nvPr/>
          </p:nvSpPr>
          <p:spPr>
            <a:xfrm>
              <a:off x="631475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7E9921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31475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7627635" y="1696591"/>
            <a:ext cx="147733" cy="26212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Dєz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7865668" y="1635740"/>
            <a:ext cx="313182" cy="383286"/>
            <a:chOff x="6554723" y="1363116"/>
            <a:chExt cx="260985" cy="319405"/>
          </a:xfrm>
        </p:grpSpPr>
        <p:sp>
          <p:nvSpPr>
            <p:cNvPr id="115" name="object 115"/>
            <p:cNvSpPr/>
            <p:nvPr/>
          </p:nvSpPr>
          <p:spPr>
            <a:xfrm>
              <a:off x="6561708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61708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7923966" y="1704076"/>
            <a:ext cx="147733" cy="24688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Jan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8162011" y="1635740"/>
            <a:ext cx="313182" cy="383286"/>
            <a:chOff x="6801675" y="1363116"/>
            <a:chExt cx="260985" cy="319405"/>
          </a:xfrm>
        </p:grpSpPr>
        <p:sp>
          <p:nvSpPr>
            <p:cNvPr id="119" name="object 119"/>
            <p:cNvSpPr/>
            <p:nvPr/>
          </p:nvSpPr>
          <p:spPr>
            <a:xfrm>
              <a:off x="680866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80866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8220312" y="1703803"/>
            <a:ext cx="147733" cy="2476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Fєb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8458353" y="1635740"/>
            <a:ext cx="313182" cy="383286"/>
            <a:chOff x="7048627" y="1363116"/>
            <a:chExt cx="260985" cy="319405"/>
          </a:xfrm>
        </p:grpSpPr>
        <p:sp>
          <p:nvSpPr>
            <p:cNvPr id="123" name="object 123"/>
            <p:cNvSpPr/>
            <p:nvPr/>
          </p:nvSpPr>
          <p:spPr>
            <a:xfrm>
              <a:off x="705561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05561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516658" y="1704864"/>
            <a:ext cx="147733" cy="24536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Miz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8754694" y="1635740"/>
            <a:ext cx="313182" cy="383286"/>
            <a:chOff x="7295578" y="1363116"/>
            <a:chExt cx="260985" cy="319405"/>
          </a:xfrm>
        </p:grpSpPr>
        <p:sp>
          <p:nvSpPr>
            <p:cNvPr id="127" name="object 127"/>
            <p:cNvSpPr/>
            <p:nvPr/>
          </p:nvSpPr>
          <p:spPr>
            <a:xfrm>
              <a:off x="7302563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302563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8813006" y="1703007"/>
            <a:ext cx="147733" cy="24917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Apr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051037" y="1635740"/>
            <a:ext cx="313182" cy="383286"/>
            <a:chOff x="7542530" y="1363116"/>
            <a:chExt cx="260985" cy="319405"/>
          </a:xfrm>
        </p:grpSpPr>
        <p:sp>
          <p:nvSpPr>
            <p:cNvPr id="131" name="object 131"/>
            <p:cNvSpPr/>
            <p:nvPr/>
          </p:nvSpPr>
          <p:spPr>
            <a:xfrm>
              <a:off x="754951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4951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9109337" y="1704308"/>
            <a:ext cx="147733" cy="246125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Mai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9347378" y="1635740"/>
            <a:ext cx="313182" cy="383286"/>
            <a:chOff x="7789481" y="1363116"/>
            <a:chExt cx="260985" cy="319405"/>
          </a:xfrm>
        </p:grpSpPr>
        <p:sp>
          <p:nvSpPr>
            <p:cNvPr id="135" name="object 135"/>
            <p:cNvSpPr/>
            <p:nvPr/>
          </p:nvSpPr>
          <p:spPr>
            <a:xfrm>
              <a:off x="779646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796466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9405670" y="1701541"/>
            <a:ext cx="147733" cy="25222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Jun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9643719" y="1635740"/>
            <a:ext cx="313182" cy="383286"/>
            <a:chOff x="8036432" y="1363116"/>
            <a:chExt cx="260985" cy="319405"/>
          </a:xfrm>
        </p:grpSpPr>
        <p:sp>
          <p:nvSpPr>
            <p:cNvPr id="139" name="object 139"/>
            <p:cNvSpPr/>
            <p:nvPr/>
          </p:nvSpPr>
          <p:spPr>
            <a:xfrm>
              <a:off x="804341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043417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9702014" y="1722867"/>
            <a:ext cx="147733" cy="20955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Jul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9940061" y="1635740"/>
            <a:ext cx="313182" cy="383286"/>
            <a:chOff x="8283384" y="1363116"/>
            <a:chExt cx="260985" cy="319405"/>
          </a:xfrm>
        </p:grpSpPr>
        <p:sp>
          <p:nvSpPr>
            <p:cNvPr id="143" name="object 143"/>
            <p:cNvSpPr/>
            <p:nvPr/>
          </p:nvSpPr>
          <p:spPr>
            <a:xfrm>
              <a:off x="829036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290369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9998362" y="1689974"/>
            <a:ext cx="147733" cy="27508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Aug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10236403" y="1635740"/>
            <a:ext cx="313182" cy="383286"/>
            <a:chOff x="8530335" y="1363116"/>
            <a:chExt cx="260985" cy="319405"/>
          </a:xfrm>
        </p:grpSpPr>
        <p:sp>
          <p:nvSpPr>
            <p:cNvPr id="147" name="object 147"/>
            <p:cNvSpPr/>
            <p:nvPr/>
          </p:nvSpPr>
          <p:spPr>
            <a:xfrm>
              <a:off x="853732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537320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10294710" y="1697143"/>
            <a:ext cx="147733" cy="26060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Sєp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10532745" y="1635740"/>
            <a:ext cx="313182" cy="383286"/>
            <a:chOff x="8777287" y="1363116"/>
            <a:chExt cx="260985" cy="319405"/>
          </a:xfrm>
        </p:grpSpPr>
        <p:sp>
          <p:nvSpPr>
            <p:cNvPr id="151" name="object 151"/>
            <p:cNvSpPr/>
            <p:nvPr/>
          </p:nvSpPr>
          <p:spPr>
            <a:xfrm>
              <a:off x="878427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8784272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10591041" y="1705289"/>
            <a:ext cx="147733" cy="244602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24" dirty="0">
                <a:solidFill>
                  <a:srgbClr val="FFFFFF"/>
                </a:solidFill>
                <a:latin typeface="Inter"/>
                <a:cs typeface="Inter"/>
              </a:rPr>
              <a:t>Ofit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10829087" y="1635740"/>
            <a:ext cx="313182" cy="383286"/>
            <a:chOff x="9024239" y="1363116"/>
            <a:chExt cx="260985" cy="319405"/>
          </a:xfrm>
        </p:grpSpPr>
        <p:sp>
          <p:nvSpPr>
            <p:cNvPr id="155" name="object 155"/>
            <p:cNvSpPr/>
            <p:nvPr/>
          </p:nvSpPr>
          <p:spPr>
            <a:xfrm>
              <a:off x="903122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9031224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10887371" y="1695283"/>
            <a:ext cx="147733" cy="264414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Nov</a:t>
            </a:r>
            <a:endParaRPr sz="960">
              <a:latin typeface="Inter"/>
              <a:cs typeface="Inter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11125429" y="1635740"/>
            <a:ext cx="313182" cy="383286"/>
            <a:chOff x="9271190" y="1363116"/>
            <a:chExt cx="260985" cy="319405"/>
          </a:xfrm>
        </p:grpSpPr>
        <p:sp>
          <p:nvSpPr>
            <p:cNvPr id="159" name="object 159"/>
            <p:cNvSpPr/>
            <p:nvPr/>
          </p:nvSpPr>
          <p:spPr>
            <a:xfrm>
              <a:off x="927817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0"/>
                  </a:moveTo>
                  <a:lnTo>
                    <a:pt x="0" y="0"/>
                  </a:lnTo>
                  <a:lnTo>
                    <a:pt x="0" y="305435"/>
                  </a:lnTo>
                  <a:lnTo>
                    <a:pt x="246951" y="305435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E1923A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9278175" y="1370101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5" h="305435">
                  <a:moveTo>
                    <a:pt x="246951" y="305435"/>
                  </a:moveTo>
                  <a:lnTo>
                    <a:pt x="0" y="305435"/>
                  </a:lnTo>
                  <a:lnTo>
                    <a:pt x="0" y="0"/>
                  </a:lnTo>
                  <a:lnTo>
                    <a:pt x="246951" y="0"/>
                  </a:lnTo>
                  <a:lnTo>
                    <a:pt x="246951" y="305435"/>
                  </a:lnTo>
                  <a:close/>
                </a:path>
              </a:pathLst>
            </a:custGeom>
            <a:ln w="13677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11183718" y="1696591"/>
            <a:ext cx="147733" cy="262128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5240">
              <a:spcBef>
                <a:spcPts val="90"/>
              </a:spcBef>
            </a:pPr>
            <a:r>
              <a:rPr sz="960" b="1" spc="-30" dirty="0">
                <a:solidFill>
                  <a:srgbClr val="FFFFFF"/>
                </a:solidFill>
                <a:latin typeface="Inter"/>
                <a:cs typeface="Inter"/>
              </a:rPr>
              <a:t>Dєz</a:t>
            </a:r>
            <a:endParaRPr sz="960">
              <a:latin typeface="Inter"/>
              <a:cs typeface="Inter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255098" y="1125966"/>
            <a:ext cx="794004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400" b="1" spc="-24" dirty="0">
                <a:solidFill>
                  <a:srgbClr val="093330"/>
                </a:solidFill>
                <a:latin typeface="Montserrat ExtraBold"/>
                <a:cs typeface="Montserrat ExtraBold"/>
              </a:rPr>
              <a:t>2027</a:t>
            </a:r>
            <a:endParaRPr sz="2400">
              <a:latin typeface="Montserrat ExtraBold"/>
              <a:cs typeface="Montserrat ExtraBold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964007" y="2003081"/>
            <a:ext cx="8189976" cy="3678174"/>
            <a:chOff x="803339" y="1669234"/>
            <a:chExt cx="6824980" cy="3065145"/>
          </a:xfrm>
        </p:grpSpPr>
        <p:sp>
          <p:nvSpPr>
            <p:cNvPr id="164" name="object 164"/>
            <p:cNvSpPr/>
            <p:nvPr/>
          </p:nvSpPr>
          <p:spPr>
            <a:xfrm>
              <a:off x="3351339" y="1675533"/>
              <a:ext cx="0" cy="224790"/>
            </a:xfrm>
            <a:custGeom>
              <a:avLst/>
              <a:gdLst/>
              <a:ahLst/>
              <a:cxnLst/>
              <a:rect l="l" t="t" r="r" b="b"/>
              <a:pathLst>
                <a:path h="224789">
                  <a:moveTo>
                    <a:pt x="0" y="0"/>
                  </a:moveTo>
                  <a:lnTo>
                    <a:pt x="0" y="224561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610486" y="1675533"/>
              <a:ext cx="247015" cy="3050540"/>
            </a:xfrm>
            <a:custGeom>
              <a:avLst/>
              <a:gdLst/>
              <a:ahLst/>
              <a:cxnLst/>
              <a:rect l="l" t="t" r="r" b="b"/>
              <a:pathLst>
                <a:path w="247014" h="3050540">
                  <a:moveTo>
                    <a:pt x="0" y="0"/>
                  </a:moveTo>
                  <a:lnTo>
                    <a:pt x="0" y="183121"/>
                  </a:lnTo>
                  <a:lnTo>
                    <a:pt x="3761" y="230341"/>
                  </a:lnTo>
                  <a:lnTo>
                    <a:pt x="14780" y="275814"/>
                  </a:lnTo>
                  <a:lnTo>
                    <a:pt x="32659" y="318762"/>
                  </a:lnTo>
                  <a:lnTo>
                    <a:pt x="56999" y="358406"/>
                  </a:lnTo>
                  <a:lnTo>
                    <a:pt x="87402" y="393970"/>
                  </a:lnTo>
                  <a:lnTo>
                    <a:pt x="123469" y="424675"/>
                  </a:lnTo>
                  <a:lnTo>
                    <a:pt x="159549" y="455385"/>
                  </a:lnTo>
                  <a:lnTo>
                    <a:pt x="189952" y="490952"/>
                  </a:lnTo>
                  <a:lnTo>
                    <a:pt x="214291" y="530599"/>
                  </a:lnTo>
                  <a:lnTo>
                    <a:pt x="232170" y="573548"/>
                  </a:lnTo>
                  <a:lnTo>
                    <a:pt x="243189" y="619021"/>
                  </a:lnTo>
                  <a:lnTo>
                    <a:pt x="246951" y="666242"/>
                  </a:lnTo>
                  <a:lnTo>
                    <a:pt x="246951" y="3050362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128777" y="1675533"/>
              <a:ext cx="0" cy="3050540"/>
            </a:xfrm>
            <a:custGeom>
              <a:avLst/>
              <a:gdLst/>
              <a:ahLst/>
              <a:cxnLst/>
              <a:rect l="l" t="t" r="r" b="b"/>
              <a:pathLst>
                <a:path h="3050540">
                  <a:moveTo>
                    <a:pt x="0" y="0"/>
                  </a:moveTo>
                  <a:lnTo>
                    <a:pt x="0" y="3050362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833048" y="1675533"/>
              <a:ext cx="0" cy="3050540"/>
            </a:xfrm>
            <a:custGeom>
              <a:avLst/>
              <a:gdLst/>
              <a:ahLst/>
              <a:cxnLst/>
              <a:rect l="l" t="t" r="r" b="b"/>
              <a:pathLst>
                <a:path h="3050540">
                  <a:moveTo>
                    <a:pt x="0" y="0"/>
                  </a:moveTo>
                  <a:lnTo>
                    <a:pt x="0" y="3050362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302562" y="1675533"/>
              <a:ext cx="0" cy="2320290"/>
            </a:xfrm>
            <a:custGeom>
              <a:avLst/>
              <a:gdLst/>
              <a:ahLst/>
              <a:cxnLst/>
              <a:rect l="l" t="t" r="r" b="b"/>
              <a:pathLst>
                <a:path h="2320290">
                  <a:moveTo>
                    <a:pt x="0" y="0"/>
                  </a:moveTo>
                  <a:lnTo>
                    <a:pt x="0" y="2320099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820854" y="1675533"/>
              <a:ext cx="0" cy="224790"/>
            </a:xfrm>
            <a:custGeom>
              <a:avLst/>
              <a:gdLst/>
              <a:ahLst/>
              <a:cxnLst/>
              <a:rect l="l" t="t" r="r" b="b"/>
              <a:pathLst>
                <a:path h="224789">
                  <a:moveTo>
                    <a:pt x="0" y="0"/>
                  </a:moveTo>
                  <a:lnTo>
                    <a:pt x="0" y="224561"/>
                  </a:lnTo>
                </a:path>
              </a:pathLst>
            </a:custGeom>
            <a:ln w="12598">
              <a:solidFill>
                <a:srgbClr val="093330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811277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11277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033839" y="19000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033839" y="19000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503354" y="19000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503354" y="19000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811277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11277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11277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1277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499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539937" y="2628911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539937" y="2628911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539937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539937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539937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539937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499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515548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515548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515548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515548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6985062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6985062" y="2630364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2" name="object 192"/>
            <p:cNvSpPr/>
            <p:nvPr/>
          </p:nvSpPr>
          <p:spPr>
            <a:xfrm>
              <a:off x="6985062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3" name="object 193"/>
            <p:cNvSpPr/>
            <p:nvPr/>
          </p:nvSpPr>
          <p:spPr>
            <a:xfrm>
              <a:off x="6985062" y="336063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500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5000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500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5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515548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close/>
                </a:path>
              </a:pathLst>
            </a:custGeom>
            <a:solidFill>
              <a:srgbClr val="092F2E"/>
            </a:solidFill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515548" y="4090897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0" y="317499"/>
                  </a:moveTo>
                  <a:lnTo>
                    <a:pt x="3442" y="364417"/>
                  </a:lnTo>
                  <a:lnTo>
                    <a:pt x="13442" y="409197"/>
                  </a:lnTo>
                  <a:lnTo>
                    <a:pt x="29509" y="451349"/>
                  </a:lnTo>
                  <a:lnTo>
                    <a:pt x="51151" y="490381"/>
                  </a:lnTo>
                  <a:lnTo>
                    <a:pt x="77877" y="525802"/>
                  </a:lnTo>
                  <a:lnTo>
                    <a:pt x="109197" y="557122"/>
                  </a:lnTo>
                  <a:lnTo>
                    <a:pt x="144618" y="583848"/>
                  </a:lnTo>
                  <a:lnTo>
                    <a:pt x="183650" y="605490"/>
                  </a:lnTo>
                  <a:lnTo>
                    <a:pt x="225802" y="621557"/>
                  </a:lnTo>
                  <a:lnTo>
                    <a:pt x="270582" y="631557"/>
                  </a:lnTo>
                  <a:lnTo>
                    <a:pt x="317500" y="634999"/>
                  </a:lnTo>
                  <a:lnTo>
                    <a:pt x="364417" y="631557"/>
                  </a:lnTo>
                  <a:lnTo>
                    <a:pt x="409197" y="621557"/>
                  </a:lnTo>
                  <a:lnTo>
                    <a:pt x="451349" y="605490"/>
                  </a:lnTo>
                  <a:lnTo>
                    <a:pt x="490381" y="583848"/>
                  </a:lnTo>
                  <a:lnTo>
                    <a:pt x="525802" y="557122"/>
                  </a:lnTo>
                  <a:lnTo>
                    <a:pt x="557122" y="525802"/>
                  </a:lnTo>
                  <a:lnTo>
                    <a:pt x="583848" y="490381"/>
                  </a:lnTo>
                  <a:lnTo>
                    <a:pt x="605490" y="451349"/>
                  </a:lnTo>
                  <a:lnTo>
                    <a:pt x="621557" y="409197"/>
                  </a:lnTo>
                  <a:lnTo>
                    <a:pt x="631557" y="364417"/>
                  </a:lnTo>
                  <a:lnTo>
                    <a:pt x="635000" y="317499"/>
                  </a:lnTo>
                  <a:lnTo>
                    <a:pt x="631557" y="270582"/>
                  </a:lnTo>
                  <a:lnTo>
                    <a:pt x="621557" y="225802"/>
                  </a:lnTo>
                  <a:lnTo>
                    <a:pt x="605490" y="183650"/>
                  </a:lnTo>
                  <a:lnTo>
                    <a:pt x="583848" y="144618"/>
                  </a:lnTo>
                  <a:lnTo>
                    <a:pt x="557122" y="109197"/>
                  </a:lnTo>
                  <a:lnTo>
                    <a:pt x="525802" y="77877"/>
                  </a:lnTo>
                  <a:lnTo>
                    <a:pt x="490381" y="51151"/>
                  </a:lnTo>
                  <a:lnTo>
                    <a:pt x="451349" y="29509"/>
                  </a:lnTo>
                  <a:lnTo>
                    <a:pt x="409197" y="13442"/>
                  </a:lnTo>
                  <a:lnTo>
                    <a:pt x="364417" y="3442"/>
                  </a:lnTo>
                  <a:lnTo>
                    <a:pt x="317500" y="0"/>
                  </a:lnTo>
                  <a:lnTo>
                    <a:pt x="270582" y="3442"/>
                  </a:lnTo>
                  <a:lnTo>
                    <a:pt x="225802" y="13442"/>
                  </a:lnTo>
                  <a:lnTo>
                    <a:pt x="183650" y="29509"/>
                  </a:lnTo>
                  <a:lnTo>
                    <a:pt x="144618" y="51151"/>
                  </a:lnTo>
                  <a:lnTo>
                    <a:pt x="109197" y="77877"/>
                  </a:lnTo>
                  <a:lnTo>
                    <a:pt x="77877" y="109197"/>
                  </a:lnTo>
                  <a:lnTo>
                    <a:pt x="51151" y="144618"/>
                  </a:lnTo>
                  <a:lnTo>
                    <a:pt x="29509" y="183650"/>
                  </a:lnTo>
                  <a:lnTo>
                    <a:pt x="13442" y="225802"/>
                  </a:lnTo>
                  <a:lnTo>
                    <a:pt x="3442" y="270582"/>
                  </a:lnTo>
                  <a:lnTo>
                    <a:pt x="0" y="317499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160"/>
            </a:p>
          </p:txBody>
        </p:sp>
        <p:pic>
          <p:nvPicPr>
            <p:cNvPr id="196" name="object 19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319" y="2778252"/>
              <a:ext cx="438911" cy="338327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272" y="3427488"/>
              <a:ext cx="435863" cy="496811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896" y="4283964"/>
              <a:ext cx="374903" cy="237743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28392" y="3485388"/>
              <a:ext cx="438911" cy="377951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2776" y="2735580"/>
              <a:ext cx="417575" cy="414527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2400" y="4192524"/>
              <a:ext cx="329183" cy="408431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64840" y="2028456"/>
              <a:ext cx="374903" cy="377939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9215" y="2763012"/>
              <a:ext cx="368795" cy="368807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8096" y="2763012"/>
              <a:ext cx="368795" cy="36880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21784" y="3430524"/>
              <a:ext cx="423659" cy="496823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90664" y="3430524"/>
              <a:ext cx="423659" cy="496823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3496" y="4180332"/>
              <a:ext cx="457199" cy="457199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94096" y="1991880"/>
              <a:ext cx="454151" cy="451091"/>
            </a:xfrm>
            <a:prstGeom prst="rect">
              <a:avLst/>
            </a:prstGeom>
          </p:spPr>
        </p:pic>
      </p:grpSp>
      <p:pic>
        <p:nvPicPr>
          <p:cNvPr id="209" name="object 20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18678" y="5974690"/>
            <a:ext cx="4173320" cy="883309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012071" y="0"/>
            <a:ext cx="2179928" cy="1186891"/>
          </a:xfrm>
          <a:prstGeom prst="rect">
            <a:avLst/>
          </a:prstGeom>
        </p:spPr>
      </p:pic>
      <p:pic>
        <p:nvPicPr>
          <p:cNvPr id="211" name="object 21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" y="5795466"/>
            <a:ext cx="1018031" cy="1062533"/>
          </a:xfrm>
          <a:prstGeom prst="rect">
            <a:avLst/>
          </a:prstGeom>
        </p:spPr>
      </p:pic>
      <p:sp>
        <p:nvSpPr>
          <p:cNvPr id="212" name="object 15">
            <a:extLst>
              <a:ext uri="{FF2B5EF4-FFF2-40B4-BE49-F238E27FC236}">
                <a16:creationId xmlns:a16="http://schemas.microsoft.com/office/drawing/2014/main" id="{76A27517-F5A4-D123-E61E-BF35288F3A11}"/>
              </a:ext>
            </a:extLst>
          </p:cNvPr>
          <p:cNvSpPr txBox="1"/>
          <p:nvPr/>
        </p:nvSpPr>
        <p:spPr>
          <a:xfrm>
            <a:off x="8762992" y="6167146"/>
            <a:ext cx="3512144" cy="5139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 marR="228600">
              <a:spcBef>
                <a:spcPts val="120"/>
              </a:spcBef>
            </a:pPr>
            <a:r>
              <a:rPr lang="de-DE" sz="1080" b="1" spc="24" dirty="0">
                <a:solidFill>
                  <a:srgbClr val="093330"/>
                </a:solidFill>
                <a:latin typeface="Inter"/>
                <a:cs typeface="Inter"/>
              </a:rPr>
              <a:t>3 Phase</a:t>
            </a:r>
            <a:r>
              <a:rPr sz="1080" b="1" spc="2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phase</a:t>
            </a:r>
            <a:r>
              <a:rPr sz="1080" b="1" spc="18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anaerobic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digestion,</a:t>
            </a:r>
            <a:r>
              <a:rPr sz="1080" b="1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2nd</a:t>
            </a:r>
            <a:r>
              <a:rPr sz="1080" b="1" spc="8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digester</a:t>
            </a:r>
            <a:endParaRPr sz="1080" b="1" dirty="0">
              <a:latin typeface="Inter"/>
              <a:cs typeface="Inter"/>
            </a:endParaRPr>
          </a:p>
          <a:p>
            <a:pPr marL="15240"/>
            <a:r>
              <a:rPr sz="1080" b="1" dirty="0">
                <a:solidFill>
                  <a:srgbClr val="093330"/>
                </a:solidFill>
                <a:latin typeface="Inter"/>
                <a:cs typeface="Inter"/>
              </a:rPr>
              <a:t>&gt;10-15%</a:t>
            </a:r>
            <a:r>
              <a:rPr sz="1080" b="1" spc="174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dirty="0" err="1">
                <a:solidFill>
                  <a:srgbClr val="093330"/>
                </a:solidFill>
                <a:latin typeface="Inter"/>
                <a:cs typeface="Inter"/>
              </a:rPr>
              <a:t>througput</a:t>
            </a:r>
            <a:r>
              <a:rPr sz="1080" b="1" spc="19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sz="1080" b="1" spc="-12" dirty="0">
                <a:solidFill>
                  <a:srgbClr val="093330"/>
                </a:solidFill>
                <a:latin typeface="Inter"/>
                <a:cs typeface="Inter"/>
              </a:rPr>
              <a:t>volume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,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add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storage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of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Green Oil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for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decpoupling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feeding</a:t>
            </a:r>
            <a:r>
              <a:rPr lang="de-DE" sz="1080" b="1" spc="-12" dirty="0">
                <a:solidFill>
                  <a:srgbClr val="093330"/>
                </a:solidFill>
                <a:latin typeface="Inter"/>
                <a:cs typeface="Inter"/>
              </a:rPr>
              <a:t> and </a:t>
            </a:r>
            <a:r>
              <a:rPr lang="de-DE" sz="1080" b="1" spc="-12" dirty="0" err="1">
                <a:solidFill>
                  <a:srgbClr val="093330"/>
                </a:solidFill>
                <a:latin typeface="Inter"/>
                <a:cs typeface="Inter"/>
              </a:rPr>
              <a:t>production</a:t>
            </a:r>
            <a:endParaRPr sz="1080" b="1" dirty="0">
              <a:latin typeface="Inter"/>
              <a:cs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Diagramm, Screenshot, Plan enthält.&#10;&#10;Automatisch generierte Beschreibung">
            <a:extLst>
              <a:ext uri="{FF2B5EF4-FFF2-40B4-BE49-F238E27FC236}">
                <a16:creationId xmlns:a16="http://schemas.microsoft.com/office/drawing/2014/main" id="{7537590E-50E5-D70F-A3E6-ED5B71B540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4321" y="1671060"/>
            <a:ext cx="6469679" cy="4050770"/>
          </a:xfrm>
          <a:prstGeom prst="rect">
            <a:avLst/>
          </a:prstGeom>
        </p:spPr>
      </p:pic>
      <p:pic>
        <p:nvPicPr>
          <p:cNvPr id="17" name="Grafik 16" descr="Ein Bild, das gelb enthält.&#10;&#10;Automatisch generierte Beschreibung">
            <a:extLst>
              <a:ext uri="{FF2B5EF4-FFF2-40B4-BE49-F238E27FC236}">
                <a16:creationId xmlns:a16="http://schemas.microsoft.com/office/drawing/2014/main" id="{2E4E197D-34D0-6E4F-6D32-F8B7588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46" y="2321693"/>
            <a:ext cx="1087234" cy="2166169"/>
          </a:xfrm>
          <a:prstGeom prst="rect">
            <a:avLst/>
          </a:prstGeom>
        </p:spPr>
      </p:pic>
      <p:pic>
        <p:nvPicPr>
          <p:cNvPr id="15" name="Grafik 14" descr="Ein Bild, das Turm, Gebäude, Entwurf, Schwarzweiß enthält.&#10;&#10;Automatisch generierte Beschreibung">
            <a:extLst>
              <a:ext uri="{FF2B5EF4-FFF2-40B4-BE49-F238E27FC236}">
                <a16:creationId xmlns:a16="http://schemas.microsoft.com/office/drawing/2014/main" id="{B6503B7E-7FC7-C276-3A3C-F73A17B8FCD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5000"/>
                    </a14:imgEffect>
                    <a14:imgEffect>
                      <a14:brightnessContrast bright="17000" contrast="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0169" y="1798692"/>
            <a:ext cx="2077636" cy="3635863"/>
          </a:xfrm>
          <a:prstGeom prst="rect">
            <a:avLst/>
          </a:prstGeom>
        </p:spPr>
      </p:pic>
      <p:pic>
        <p:nvPicPr>
          <p:cNvPr id="20" name="Grafik 19" descr="Ein Bild, das Speichertank, Zylinder, Silo, Wassertank enthält.&#10;&#10;Automatisch generierte Beschreibung">
            <a:extLst>
              <a:ext uri="{FF2B5EF4-FFF2-40B4-BE49-F238E27FC236}">
                <a16:creationId xmlns:a16="http://schemas.microsoft.com/office/drawing/2014/main" id="{892A35DA-24D9-756B-657A-FE8C181011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28000"/>
                    </a14:imgEffect>
                    <a14:imgEffect>
                      <a14:brightnessContrast bright="51000" contrast="-47000"/>
                    </a14:imgEffect>
                  </a14:imgLayer>
                </a14:imgProps>
              </a:ext>
            </a:extLst>
          </a:blip>
          <a:srcRect l="2832" t="25335" r="2580" b="20968"/>
          <a:stretch/>
        </p:blipFill>
        <p:spPr>
          <a:xfrm>
            <a:off x="2830214" y="685800"/>
            <a:ext cx="2030776" cy="2013641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E811DB55-A435-2CEB-19A8-12DFF9300A63}"/>
              </a:ext>
            </a:extLst>
          </p:cNvPr>
          <p:cNvSpPr txBox="1"/>
          <p:nvPr/>
        </p:nvSpPr>
        <p:spPr>
          <a:xfrm>
            <a:off x="5567321" y="2321693"/>
            <a:ext cx="4459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rgbClr val="C701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900 C</a:t>
            </a:r>
          </a:p>
        </p:txBody>
      </p:sp>
      <p:pic>
        <p:nvPicPr>
          <p:cNvPr id="28" name="Grafik 27" descr="Ein Bild, das Windmühle, Entwurf, Zeichnung enthält.&#10;&#10;Automatisch generierte Beschreibung">
            <a:extLst>
              <a:ext uri="{FF2B5EF4-FFF2-40B4-BE49-F238E27FC236}">
                <a16:creationId xmlns:a16="http://schemas.microsoft.com/office/drawing/2014/main" id="{D1263159-BCB6-3D23-5E40-3A83A9D4210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8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962" y="3404777"/>
            <a:ext cx="2649933" cy="2328197"/>
          </a:xfrm>
          <a:prstGeom prst="rect">
            <a:avLst/>
          </a:prstGeom>
        </p:spPr>
      </p:pic>
      <p:pic>
        <p:nvPicPr>
          <p:cNvPr id="30" name="Grafik 29" descr="Ein Bild, das Screenshot, Kreis, Text enthält.&#10;&#10;Automatisch generierte Beschreibung">
            <a:extLst>
              <a:ext uri="{FF2B5EF4-FFF2-40B4-BE49-F238E27FC236}">
                <a16:creationId xmlns:a16="http://schemas.microsoft.com/office/drawing/2014/main" id="{1AB97A95-6759-1B6C-F80B-3B01BE1CE0F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7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6939" y="2251588"/>
            <a:ext cx="3339094" cy="2236274"/>
          </a:xfrm>
          <a:prstGeom prst="rect">
            <a:avLst/>
          </a:prstGeom>
          <a:effectLst>
            <a:outerShdw blurRad="177800" dist="50800" dir="5400000" algn="ctr" rotWithShape="0">
              <a:srgbClr val="000000">
                <a:alpha val="30000"/>
              </a:srgbClr>
            </a:outerShdw>
          </a:effectLst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BF2E798-E301-402D-E049-35F25C85286B}"/>
              </a:ext>
            </a:extLst>
          </p:cNvPr>
          <p:cNvSpPr txBox="1"/>
          <p:nvPr/>
        </p:nvSpPr>
        <p:spPr>
          <a:xfrm>
            <a:off x="9174380" y="4487862"/>
            <a:ext cx="2504212" cy="215444"/>
          </a:xfrm>
          <a:prstGeom prst="rect">
            <a:avLst/>
          </a:prstGeom>
          <a:noFill/>
          <a:effectLst>
            <a:outerShdw blurRad="50800" dist="50800" dir="5400000" sx="22000" sy="22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Quelle: https://</a:t>
            </a:r>
            <a:r>
              <a:rPr lang="en-GB" sz="800" dirty="0" err="1">
                <a:solidFill>
                  <a:schemeClr val="bg2">
                    <a:lumMod val="50000"/>
                  </a:schemeClr>
                </a:solidFill>
              </a:rPr>
              <a:t>bse-methanol.com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/about-methanol/</a:t>
            </a:r>
          </a:p>
        </p:txBody>
      </p:sp>
      <p:pic>
        <p:nvPicPr>
          <p:cNvPr id="35" name="Grafik 34" descr="Ein Bild, das Reihe, Diagramm, Quittung enthält.&#10;&#10;Automatisch generierte Beschreibung">
            <a:extLst>
              <a:ext uri="{FF2B5EF4-FFF2-40B4-BE49-F238E27FC236}">
                <a16:creationId xmlns:a16="http://schemas.microsoft.com/office/drawing/2014/main" id="{4515EF79-E1EC-9E68-EB8C-398B1647F1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5282" y="1555644"/>
            <a:ext cx="594457" cy="186913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0E6D9860-A522-1E33-C3F2-D818CAECFAAB}"/>
              </a:ext>
            </a:extLst>
          </p:cNvPr>
          <p:cNvSpPr txBox="1"/>
          <p:nvPr/>
        </p:nvSpPr>
        <p:spPr>
          <a:xfrm>
            <a:off x="3307467" y="1544500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b="1" dirty="0" err="1">
                <a:solidFill>
                  <a:srgbClr val="22682A"/>
                </a:solidFill>
              </a:rPr>
              <a:t>BioGas</a:t>
            </a:r>
            <a:r>
              <a:rPr lang="en-GB" sz="900" b="1" dirty="0">
                <a:solidFill>
                  <a:srgbClr val="22682A"/>
                </a:solidFill>
              </a:rPr>
              <a:t> 2.0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C2DF652-4734-23A5-7F96-A3FF338AA891}"/>
              </a:ext>
            </a:extLst>
          </p:cNvPr>
          <p:cNvSpPr txBox="1"/>
          <p:nvPr/>
        </p:nvSpPr>
        <p:spPr>
          <a:xfrm>
            <a:off x="1424763" y="6422065"/>
            <a:ext cx="2143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 err="1">
                <a:solidFill>
                  <a:schemeClr val="bg2">
                    <a:lumMod val="50000"/>
                  </a:schemeClr>
                </a:solidFill>
              </a:rPr>
              <a:t>Verfahren</a:t>
            </a:r>
            <a:r>
              <a:rPr lang="en-GB" sz="9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n-GB" sz="900" dirty="0" err="1">
                <a:solidFill>
                  <a:schemeClr val="bg2">
                    <a:lumMod val="50000"/>
                  </a:schemeClr>
                </a:solidFill>
              </a:rPr>
              <a:t>baltic</a:t>
            </a:r>
            <a:r>
              <a:rPr lang="en-GB" sz="900" dirty="0">
                <a:solidFill>
                  <a:schemeClr val="bg2">
                    <a:lumMod val="50000"/>
                  </a:schemeClr>
                </a:solidFill>
              </a:rPr>
              <a:t>-blue GmbH, Hamburg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F905A8A-13F8-C47C-B88B-981E71544EF6}"/>
              </a:ext>
            </a:extLst>
          </p:cNvPr>
          <p:cNvSpPr txBox="1"/>
          <p:nvPr/>
        </p:nvSpPr>
        <p:spPr>
          <a:xfrm>
            <a:off x="9653286" y="1555644"/>
            <a:ext cx="99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Results: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0AC5776-41B9-A70D-6376-79376EF6D988}"/>
              </a:ext>
            </a:extLst>
          </p:cNvPr>
          <p:cNvSpPr txBox="1"/>
          <p:nvPr/>
        </p:nvSpPr>
        <p:spPr>
          <a:xfrm>
            <a:off x="581467" y="1475250"/>
            <a:ext cx="103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Feeding: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ACB4A33-0635-3C94-28BC-7D18F6C1B00A}"/>
              </a:ext>
            </a:extLst>
          </p:cNvPr>
          <p:cNvSpPr txBox="1"/>
          <p:nvPr/>
        </p:nvSpPr>
        <p:spPr>
          <a:xfrm>
            <a:off x="580280" y="4982572"/>
            <a:ext cx="103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Feeding: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999713E-DB49-406B-B788-130881F39139}"/>
              </a:ext>
            </a:extLst>
          </p:cNvPr>
          <p:cNvSpPr txBox="1"/>
          <p:nvPr/>
        </p:nvSpPr>
        <p:spPr>
          <a:xfrm>
            <a:off x="5300889" y="1602882"/>
            <a:ext cx="127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Processing</a:t>
            </a:r>
          </a:p>
        </p:txBody>
      </p:sp>
    </p:spTree>
    <p:extLst>
      <p:ext uri="{BB962C8B-B14F-4D97-AF65-F5344CB8AC3E}">
        <p14:creationId xmlns:p14="http://schemas.microsoft.com/office/powerpoint/2010/main" val="404647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FBD0DEE-71D1-A172-FDC6-C58647FBD430}"/>
              </a:ext>
            </a:extLst>
          </p:cNvPr>
          <p:cNvGrpSpPr/>
          <p:nvPr/>
        </p:nvGrpSpPr>
        <p:grpSpPr>
          <a:xfrm>
            <a:off x="1104275" y="101183"/>
            <a:ext cx="10584145" cy="5927702"/>
            <a:chOff x="1104275" y="101183"/>
            <a:chExt cx="10584145" cy="5927702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86E2F1CC-0E7B-31DF-615A-54C7CA7E95A7}"/>
                </a:ext>
              </a:extLst>
            </p:cNvPr>
            <p:cNvSpPr txBox="1"/>
            <p:nvPr/>
          </p:nvSpPr>
          <p:spPr>
            <a:xfrm>
              <a:off x="6517125" y="710608"/>
              <a:ext cx="145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GreenEarthX</a:t>
              </a:r>
              <a:endParaRPr lang="en-GB" dirty="0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B39AA755-1398-E926-E725-F9B6841F4D74}"/>
                </a:ext>
              </a:extLst>
            </p:cNvPr>
            <p:cNvSpPr txBox="1"/>
            <p:nvPr/>
          </p:nvSpPr>
          <p:spPr>
            <a:xfrm>
              <a:off x="6518913" y="1111813"/>
              <a:ext cx="3518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EnergyCommunities</a:t>
              </a:r>
              <a:r>
                <a:rPr lang="en-GB" dirty="0"/>
                <a:t> </a:t>
              </a:r>
              <a:r>
                <a:rPr lang="en-GB" dirty="0" err="1"/>
                <a:t>mit</a:t>
              </a:r>
              <a:r>
                <a:rPr lang="en-GB" dirty="0"/>
                <a:t> </a:t>
              </a:r>
              <a:r>
                <a:rPr lang="en-GB" dirty="0" err="1"/>
                <a:t>EasyGrid</a:t>
              </a:r>
              <a:endParaRPr lang="en-GB" dirty="0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B562DEEB-3B16-1CDA-BD92-DD8265B40DBC}"/>
                </a:ext>
              </a:extLst>
            </p:cNvPr>
            <p:cNvSpPr txBox="1"/>
            <p:nvPr/>
          </p:nvSpPr>
          <p:spPr>
            <a:xfrm>
              <a:off x="6513219" y="2381034"/>
              <a:ext cx="1692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Datentreuhand</a:t>
              </a:r>
              <a:endParaRPr lang="en-GB" dirty="0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14038AB-8B65-20EB-127D-53AF43DD9ABE}"/>
                </a:ext>
              </a:extLst>
            </p:cNvPr>
            <p:cNvSpPr txBox="1"/>
            <p:nvPr/>
          </p:nvSpPr>
          <p:spPr>
            <a:xfrm>
              <a:off x="6513219" y="2660915"/>
              <a:ext cx="72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Index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B2970D8-B6A8-5D23-F2FF-B703F21F9922}"/>
                </a:ext>
              </a:extLst>
            </p:cNvPr>
            <p:cNvSpPr txBox="1"/>
            <p:nvPr/>
          </p:nvSpPr>
          <p:spPr>
            <a:xfrm>
              <a:off x="6526101" y="1621174"/>
              <a:ext cx="1472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LCM – Digital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F333DF56-8186-24CF-3A3D-1326A4B6FCBA}"/>
                </a:ext>
              </a:extLst>
            </p:cNvPr>
            <p:cNvSpPr txBox="1"/>
            <p:nvPr/>
          </p:nvSpPr>
          <p:spPr>
            <a:xfrm>
              <a:off x="6513219" y="2110796"/>
              <a:ext cx="14998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ISO Standard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5E365D0-1D1C-86F3-D25A-E084A3751D88}"/>
                </a:ext>
              </a:extLst>
            </p:cNvPr>
            <p:cNvSpPr txBox="1"/>
            <p:nvPr/>
          </p:nvSpPr>
          <p:spPr>
            <a:xfrm>
              <a:off x="1104275" y="5320999"/>
              <a:ext cx="450078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000" b="1" dirty="0">
                  <a:solidFill>
                    <a:srgbClr val="FF0000"/>
                  </a:solidFill>
                </a:rPr>
                <a:t>Handel und Digital</a:t>
              </a:r>
            </a:p>
          </p:txBody>
        </p:sp>
        <p:sp>
          <p:nvSpPr>
            <p:cNvPr id="10" name="Eckige Klammer links/rechts 9">
              <a:extLst>
                <a:ext uri="{FF2B5EF4-FFF2-40B4-BE49-F238E27FC236}">
                  <a16:creationId xmlns:a16="http://schemas.microsoft.com/office/drawing/2014/main" id="{7819B2F4-2357-B3D9-2B42-766D0FC3FEC7}"/>
                </a:ext>
              </a:extLst>
            </p:cNvPr>
            <p:cNvSpPr/>
            <p:nvPr/>
          </p:nvSpPr>
          <p:spPr>
            <a:xfrm>
              <a:off x="6013176" y="101183"/>
              <a:ext cx="5675244" cy="3092749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C03BD36-EB1B-5B95-1A2E-9466987C4D6F}"/>
              </a:ext>
            </a:extLst>
          </p:cNvPr>
          <p:cNvSpPr/>
          <p:nvPr/>
        </p:nvSpPr>
        <p:spPr>
          <a:xfrm>
            <a:off x="4526515" y="3429000"/>
            <a:ext cx="1282148" cy="1300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336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E7820C2-714B-5120-4D15-79007D877BE2}"/>
              </a:ext>
            </a:extLst>
          </p:cNvPr>
          <p:cNvSpPr txBox="1"/>
          <p:nvPr/>
        </p:nvSpPr>
        <p:spPr>
          <a:xfrm>
            <a:off x="6517125" y="710608"/>
            <a:ext cx="152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GreenEarthX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A82CA54-E820-C7DD-C995-1225C702D8B8}"/>
              </a:ext>
            </a:extLst>
          </p:cNvPr>
          <p:cNvSpPr txBox="1"/>
          <p:nvPr/>
        </p:nvSpPr>
        <p:spPr>
          <a:xfrm>
            <a:off x="6526101" y="1200601"/>
            <a:ext cx="176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Datentreuhand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700B88E-791B-AADE-85AD-6F6F69C6BF26}"/>
              </a:ext>
            </a:extLst>
          </p:cNvPr>
          <p:cNvSpPr txBox="1"/>
          <p:nvPr/>
        </p:nvSpPr>
        <p:spPr>
          <a:xfrm>
            <a:off x="9820626" y="1212176"/>
            <a:ext cx="891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 Index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1F572C7-853E-EE99-C040-59EE34EFB72C}"/>
              </a:ext>
            </a:extLst>
          </p:cNvPr>
          <p:cNvSpPr txBox="1"/>
          <p:nvPr/>
        </p:nvSpPr>
        <p:spPr>
          <a:xfrm>
            <a:off x="6526101" y="1621174"/>
            <a:ext cx="153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LCM – Digital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F2AE48-A0B1-9602-0CF4-64577C8F9559}"/>
              </a:ext>
            </a:extLst>
          </p:cNvPr>
          <p:cNvSpPr txBox="1"/>
          <p:nvPr/>
        </p:nvSpPr>
        <p:spPr>
          <a:xfrm>
            <a:off x="8416304" y="1201974"/>
            <a:ext cx="14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ISO Standard</a:t>
            </a:r>
          </a:p>
        </p:txBody>
      </p:sp>
      <p:sp>
        <p:nvSpPr>
          <p:cNvPr id="16" name="AutoShape 2" descr="Ein Bild, das Screenshot, Computer, Multimedia enthält.&#10;&#10;Automatisch generierte Beschreibung">
            <a:extLst>
              <a:ext uri="{FF2B5EF4-FFF2-40B4-BE49-F238E27FC236}">
                <a16:creationId xmlns:a16="http://schemas.microsoft.com/office/drawing/2014/main" id="{C080E3EC-4DAE-E938-C39A-8FCB28CAFB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93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AutoShape 3" descr="Ein Bild, das Text, Screenshot, Software, Webseite enthält.&#10;&#10;Automatisch generierte Beschreibung">
            <a:extLst>
              <a:ext uri="{FF2B5EF4-FFF2-40B4-BE49-F238E27FC236}">
                <a16:creationId xmlns:a16="http://schemas.microsoft.com/office/drawing/2014/main" id="{660AA11A-2E5C-FF6B-D4B2-0B0A27D871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7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" name="Grafik 19" descr="Ein Bild, das Screenshot, Computer, Multimedia enthält.&#10;&#10;Automatisch generierte Beschreibung">
            <a:extLst>
              <a:ext uri="{FF2B5EF4-FFF2-40B4-BE49-F238E27FC236}">
                <a16:creationId xmlns:a16="http://schemas.microsoft.com/office/drawing/2014/main" id="{8B81141D-1FD2-E3F7-87E3-F1437483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35" y="160338"/>
            <a:ext cx="5275266" cy="3138890"/>
          </a:xfrm>
          <a:prstGeom prst="rect">
            <a:avLst/>
          </a:prstGeom>
        </p:spPr>
      </p:pic>
      <p:pic>
        <p:nvPicPr>
          <p:cNvPr id="21" name="Grafik 20" descr="Ein Bild, das Text, Screenshot, Software, Webseite enthält.&#10;&#10;Automatisch generierte Beschreibung">
            <a:extLst>
              <a:ext uri="{FF2B5EF4-FFF2-40B4-BE49-F238E27FC236}">
                <a16:creationId xmlns:a16="http://schemas.microsoft.com/office/drawing/2014/main" id="{49ABC38E-A1D9-D7CC-F3EF-5233C478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58" y="313965"/>
            <a:ext cx="4018220" cy="2631616"/>
          </a:xfrm>
          <a:prstGeom prst="rect">
            <a:avLst/>
          </a:prstGeom>
        </p:spPr>
      </p:pic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AB4EFD9-8ECA-FD16-06DB-1C185B7631A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5102942" y="895274"/>
            <a:ext cx="14141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BA2A25E-6359-13C8-6962-72F53A236714}"/>
              </a:ext>
            </a:extLst>
          </p:cNvPr>
          <p:cNvCxnSpPr>
            <a:stCxn id="7" idx="2"/>
          </p:cNvCxnSpPr>
          <p:nvPr/>
        </p:nvCxnSpPr>
        <p:spPr>
          <a:xfrm>
            <a:off x="7292882" y="1990506"/>
            <a:ext cx="10743" cy="1308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fik 34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8FBA7AF0-7E9B-7D64-7B27-359599BAD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37" y="4687746"/>
            <a:ext cx="4028601" cy="1632843"/>
          </a:xfrm>
          <a:prstGeom prst="rect">
            <a:avLst/>
          </a:prstGeom>
        </p:spPr>
      </p:pic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DD6DFEF-90F0-7F61-4115-1697DAB3B519}"/>
              </a:ext>
            </a:extLst>
          </p:cNvPr>
          <p:cNvCxnSpPr>
            <a:stCxn id="5" idx="1"/>
          </p:cNvCxnSpPr>
          <p:nvPr/>
        </p:nvCxnSpPr>
        <p:spPr>
          <a:xfrm flipH="1">
            <a:off x="5289630" y="1385267"/>
            <a:ext cx="1236471" cy="3383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fik 32" descr="Ein Bild, das Grafiken, Kreis, Screenshot, Grafikdesign enthält.&#10;&#10;Automatisch generierte Beschreibung">
            <a:extLst>
              <a:ext uri="{FF2B5EF4-FFF2-40B4-BE49-F238E27FC236}">
                <a16:creationId xmlns:a16="http://schemas.microsoft.com/office/drawing/2014/main" id="{5D55A5D2-F98C-CDDE-641E-6D3283B57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93" y="3970414"/>
            <a:ext cx="1752077" cy="680517"/>
          </a:xfrm>
          <a:prstGeom prst="rect">
            <a:avLst/>
          </a:prstGeom>
        </p:spPr>
      </p:pic>
      <p:pic>
        <p:nvPicPr>
          <p:cNvPr id="27" name="Grafik 26" descr="Ein Bild, das Screenshot, Computer, Multimedia enthält.&#10;&#10;Automatisch generierte Beschreibung">
            <a:extLst>
              <a:ext uri="{FF2B5EF4-FFF2-40B4-BE49-F238E27FC236}">
                <a16:creationId xmlns:a16="http://schemas.microsoft.com/office/drawing/2014/main" id="{C79F4B08-E5D8-6592-436D-6F23EC245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35" y="3558772"/>
            <a:ext cx="5275266" cy="3138890"/>
          </a:xfrm>
          <a:prstGeom prst="rect">
            <a:avLst/>
          </a:prstGeom>
        </p:spPr>
      </p:pic>
      <p:pic>
        <p:nvPicPr>
          <p:cNvPr id="37" name="Grafik 36" descr="Ein Bild, das Schrift, Grafiken, Grafikdesign, Screenshot enthält.&#10;&#10;Automatisch generierte Beschreibung">
            <a:extLst>
              <a:ext uri="{FF2B5EF4-FFF2-40B4-BE49-F238E27FC236}">
                <a16:creationId xmlns:a16="http://schemas.microsoft.com/office/drawing/2014/main" id="{3B25F160-4C38-6FDC-2A30-CDE910AF9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5292" y="4074821"/>
            <a:ext cx="1941553" cy="406870"/>
          </a:xfrm>
          <a:prstGeom prst="rect">
            <a:avLst/>
          </a:prstGeom>
        </p:spPr>
      </p:pic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CBFDCB8-0DCF-A6A9-7AB3-A7EBAFA766B1}"/>
              </a:ext>
            </a:extLst>
          </p:cNvPr>
          <p:cNvGrpSpPr/>
          <p:nvPr/>
        </p:nvGrpSpPr>
        <p:grpSpPr>
          <a:xfrm>
            <a:off x="6125980" y="3617927"/>
            <a:ext cx="5321980" cy="3100631"/>
            <a:chOff x="6125980" y="3617927"/>
            <a:chExt cx="5321980" cy="3100631"/>
          </a:xfrm>
        </p:grpSpPr>
        <p:pic>
          <p:nvPicPr>
            <p:cNvPr id="13" name="Grafik 12" descr="Ein Bild, das Text, Diagramm, Zahl, Plan enthält.&#10;&#10;Automatisch generierte Beschreibung">
              <a:extLst>
                <a:ext uri="{FF2B5EF4-FFF2-40B4-BE49-F238E27FC236}">
                  <a16:creationId xmlns:a16="http://schemas.microsoft.com/office/drawing/2014/main" id="{C316CD04-7C6F-0D27-D719-26C91A913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71215" y="3787544"/>
              <a:ext cx="4078224" cy="2558929"/>
            </a:xfrm>
            <a:prstGeom prst="rect">
              <a:avLst/>
            </a:prstGeom>
          </p:spPr>
        </p:pic>
        <p:pic>
          <p:nvPicPr>
            <p:cNvPr id="15" name="Grafik 14" descr="Ein Bild, das Kunst, Screenshot, Schaltung, Design enthält.&#10;&#10;Automatisch generierte Beschreibung">
              <a:extLst>
                <a:ext uri="{FF2B5EF4-FFF2-40B4-BE49-F238E27FC236}">
                  <a16:creationId xmlns:a16="http://schemas.microsoft.com/office/drawing/2014/main" id="{865DE6DC-499D-64AD-D1F0-93E10719AC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A6E2FD"/>
                </a:clrFrom>
                <a:clrTo>
                  <a:srgbClr val="A6E2FD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10763"/>
                      </a14:imgEffect>
                      <a14:imgEffect>
                        <a14:saturation sat="242000"/>
                      </a14:imgEffect>
                    </a14:imgLayer>
                  </a14:imgProps>
                </a:ext>
              </a:extLst>
            </a:blip>
            <a:srcRect l="16284" t="5535" r="15243" b="8487"/>
            <a:stretch/>
          </p:blipFill>
          <p:spPr>
            <a:xfrm>
              <a:off x="6761604" y="4019928"/>
              <a:ext cx="3371747" cy="2064336"/>
            </a:xfrm>
            <a:prstGeom prst="rect">
              <a:avLst/>
            </a:prstGeom>
          </p:spPr>
        </p:pic>
        <p:pic>
          <p:nvPicPr>
            <p:cNvPr id="14" name="Grafik 13" descr="Ein Bild, das Screenshot, Computer, Multimedia enthält.&#10;&#10;Automatisch generierte Beschreibung">
              <a:extLst>
                <a:ext uri="{FF2B5EF4-FFF2-40B4-BE49-F238E27FC236}">
                  <a16:creationId xmlns:a16="http://schemas.microsoft.com/office/drawing/2014/main" id="{2E42B16C-1A18-8DB7-7AD0-14EBFB529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5980" y="3617927"/>
              <a:ext cx="5321980" cy="31006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7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DE5795B-11FD-C915-F605-4FA177D2A9CE}"/>
              </a:ext>
            </a:extLst>
          </p:cNvPr>
          <p:cNvSpPr/>
          <p:nvPr/>
        </p:nvSpPr>
        <p:spPr>
          <a:xfrm>
            <a:off x="1816447" y="255103"/>
            <a:ext cx="7515191" cy="344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Electric power </a:t>
            </a:r>
            <a:r>
              <a:rPr lang="de-DE" dirty="0" err="1"/>
              <a:t>grid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5C8E523-606C-E36B-CF1B-2781B1977FD0}"/>
              </a:ext>
            </a:extLst>
          </p:cNvPr>
          <p:cNvSpPr/>
          <p:nvPr/>
        </p:nvSpPr>
        <p:spPr>
          <a:xfrm>
            <a:off x="9548277" y="3256722"/>
            <a:ext cx="2223310" cy="344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Public </a:t>
            </a:r>
            <a:r>
              <a:rPr lang="de-DE" dirty="0" err="1"/>
              <a:t>utitlity</a:t>
            </a:r>
            <a:r>
              <a:rPr lang="de-DE" dirty="0"/>
              <a:t> </a:t>
            </a:r>
            <a:r>
              <a:rPr lang="de-DE" dirty="0" err="1"/>
              <a:t>grid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7BC0187-4565-50CC-9FE3-1C960C336BC0}"/>
              </a:ext>
            </a:extLst>
          </p:cNvPr>
          <p:cNvSpPr/>
          <p:nvPr/>
        </p:nvSpPr>
        <p:spPr>
          <a:xfrm>
            <a:off x="1713493" y="6155635"/>
            <a:ext cx="7618146" cy="344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Heat </a:t>
            </a:r>
            <a:r>
              <a:rPr lang="de-DE" dirty="0" err="1"/>
              <a:t>grid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30BE20-33AA-A177-0B21-68166A5FE530}"/>
              </a:ext>
            </a:extLst>
          </p:cNvPr>
          <p:cNvSpPr/>
          <p:nvPr/>
        </p:nvSpPr>
        <p:spPr>
          <a:xfrm>
            <a:off x="2228693" y="1380846"/>
            <a:ext cx="2004999" cy="54665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Renewables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597056-FD74-B617-DC8E-E3EB58503D58}"/>
              </a:ext>
            </a:extLst>
          </p:cNvPr>
          <p:cNvSpPr/>
          <p:nvPr/>
        </p:nvSpPr>
        <p:spPr>
          <a:xfrm>
            <a:off x="4974270" y="3868310"/>
            <a:ext cx="1873073" cy="7454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CHP (</a:t>
            </a:r>
            <a:r>
              <a:rPr lang="de-DE" sz="1100" dirty="0" err="1">
                <a:solidFill>
                  <a:schemeClr val="tx1"/>
                </a:solidFill>
              </a:rPr>
              <a:t>combined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heat</a:t>
            </a:r>
            <a:r>
              <a:rPr lang="de-DE" sz="1100" dirty="0">
                <a:solidFill>
                  <a:schemeClr val="tx1"/>
                </a:solidFill>
              </a:rPr>
              <a:t> &amp; power plant)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DD66647-80D3-01D0-70FA-62F4BF952D96}"/>
              </a:ext>
            </a:extLst>
          </p:cNvPr>
          <p:cNvSpPr/>
          <p:nvPr/>
        </p:nvSpPr>
        <p:spPr>
          <a:xfrm>
            <a:off x="7048984" y="1478110"/>
            <a:ext cx="2079008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RedoxFlowBattery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3A4C717-D6D7-1620-1875-8D6E4103CF62}"/>
              </a:ext>
            </a:extLst>
          </p:cNvPr>
          <p:cNvSpPr/>
          <p:nvPr/>
        </p:nvSpPr>
        <p:spPr>
          <a:xfrm>
            <a:off x="7048984" y="2069990"/>
            <a:ext cx="2079008" cy="4008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Electricity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storage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123F4E4-C844-0A0D-0E1D-F96FD523BE58}"/>
              </a:ext>
            </a:extLst>
          </p:cNvPr>
          <p:cNvSpPr/>
          <p:nvPr/>
        </p:nvSpPr>
        <p:spPr>
          <a:xfrm>
            <a:off x="8232774" y="5410201"/>
            <a:ext cx="2228961" cy="39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Thermal </a:t>
            </a:r>
            <a:r>
              <a:rPr lang="de-DE" dirty="0" err="1">
                <a:solidFill>
                  <a:schemeClr val="tx1"/>
                </a:solidFill>
              </a:rPr>
              <a:t>storage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Sechseck 9">
            <a:extLst>
              <a:ext uri="{FF2B5EF4-FFF2-40B4-BE49-F238E27FC236}">
                <a16:creationId xmlns:a16="http://schemas.microsoft.com/office/drawing/2014/main" id="{99585000-2553-6751-12A2-075651F5C137}"/>
              </a:ext>
            </a:extLst>
          </p:cNvPr>
          <p:cNvSpPr/>
          <p:nvPr/>
        </p:nvSpPr>
        <p:spPr>
          <a:xfrm>
            <a:off x="328840" y="2988374"/>
            <a:ext cx="1376910" cy="881252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Gas </a:t>
            </a:r>
            <a:r>
              <a:rPr lang="de-DE" sz="1100" dirty="0" err="1">
                <a:solidFill>
                  <a:schemeClr val="tx1"/>
                </a:solidFill>
              </a:rPr>
              <a:t>sector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coupling</a:t>
            </a:r>
            <a:endParaRPr lang="de-DE" sz="1100" dirty="0">
              <a:solidFill>
                <a:schemeClr val="tx1"/>
              </a:solidFill>
            </a:endParaRPr>
          </a:p>
          <a:p>
            <a:pPr algn="ctr"/>
            <a:r>
              <a:rPr lang="de-DE" sz="1100" dirty="0">
                <a:solidFill>
                  <a:schemeClr val="tx1"/>
                </a:solidFill>
              </a:rPr>
              <a:t>(H2-Electrolyser) </a:t>
            </a:r>
          </a:p>
        </p:txBody>
      </p:sp>
      <p:sp>
        <p:nvSpPr>
          <p:cNvPr id="11" name="Sechseck 10">
            <a:extLst>
              <a:ext uri="{FF2B5EF4-FFF2-40B4-BE49-F238E27FC236}">
                <a16:creationId xmlns:a16="http://schemas.microsoft.com/office/drawing/2014/main" id="{09B6398C-B6C0-9303-3923-11F45BC15AE8}"/>
              </a:ext>
            </a:extLst>
          </p:cNvPr>
          <p:cNvSpPr/>
          <p:nvPr/>
        </p:nvSpPr>
        <p:spPr>
          <a:xfrm>
            <a:off x="5450264" y="2581853"/>
            <a:ext cx="1953421" cy="467139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Thermal </a:t>
            </a:r>
            <a:r>
              <a:rPr lang="de-DE" sz="1100" dirty="0" err="1">
                <a:solidFill>
                  <a:schemeClr val="tx1"/>
                </a:solidFill>
              </a:rPr>
              <a:t>sector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coupling</a:t>
            </a:r>
            <a:endParaRPr lang="de-DE" sz="1100" dirty="0">
              <a:solidFill>
                <a:schemeClr val="tx1"/>
              </a:solidFill>
            </a:endParaRPr>
          </a:p>
          <a:p>
            <a:pPr algn="ctr"/>
            <a:r>
              <a:rPr lang="de-DE" sz="1100" dirty="0">
                <a:solidFill>
                  <a:schemeClr val="tx1"/>
                </a:solidFill>
              </a:rPr>
              <a:t>(Power-</a:t>
            </a:r>
            <a:r>
              <a:rPr lang="de-DE" sz="1100" dirty="0" err="1">
                <a:solidFill>
                  <a:schemeClr val="tx1"/>
                </a:solidFill>
              </a:rPr>
              <a:t>to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  <a:r>
              <a:rPr lang="de-DE" sz="1100" dirty="0" err="1">
                <a:solidFill>
                  <a:schemeClr val="tx1"/>
                </a:solidFill>
              </a:rPr>
              <a:t>heat</a:t>
            </a:r>
            <a:r>
              <a:rPr lang="de-DE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FD4E28-73EA-E082-AAB6-2403F356D40E}"/>
              </a:ext>
            </a:extLst>
          </p:cNvPr>
          <p:cNvSpPr/>
          <p:nvPr/>
        </p:nvSpPr>
        <p:spPr>
          <a:xfrm>
            <a:off x="1192195" y="4340638"/>
            <a:ext cx="1248506" cy="4671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Biogas</a:t>
            </a:r>
          </a:p>
        </p:txBody>
      </p:sp>
      <p:sp>
        <p:nvSpPr>
          <p:cNvPr id="13" name="Sechseck 12">
            <a:extLst>
              <a:ext uri="{FF2B5EF4-FFF2-40B4-BE49-F238E27FC236}">
                <a16:creationId xmlns:a16="http://schemas.microsoft.com/office/drawing/2014/main" id="{C42F9EE6-C90A-9B5C-1597-62F2E283CA32}"/>
              </a:ext>
            </a:extLst>
          </p:cNvPr>
          <p:cNvSpPr/>
          <p:nvPr/>
        </p:nvSpPr>
        <p:spPr>
          <a:xfrm>
            <a:off x="2628520" y="5289215"/>
            <a:ext cx="1795182" cy="467139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Power-</a:t>
            </a:r>
            <a:r>
              <a:rPr lang="de-DE" sz="1100" dirty="0" err="1">
                <a:solidFill>
                  <a:schemeClr val="tx1"/>
                </a:solidFill>
              </a:rPr>
              <a:t>to</a:t>
            </a:r>
            <a:r>
              <a:rPr lang="de-DE" sz="1100" dirty="0">
                <a:solidFill>
                  <a:schemeClr val="tx1"/>
                </a:solidFill>
              </a:rPr>
              <a:t>-Gas</a:t>
            </a:r>
          </a:p>
          <a:p>
            <a:pPr algn="ctr"/>
            <a:r>
              <a:rPr lang="de-DE" sz="1100" dirty="0">
                <a:solidFill>
                  <a:schemeClr val="tx1"/>
                </a:solidFill>
              </a:rPr>
              <a:t>(CO2+H2</a:t>
            </a:r>
            <a:r>
              <a:rPr lang="de-DE" sz="1100" dirty="0">
                <a:solidFill>
                  <a:schemeClr val="tx1"/>
                </a:solidFill>
                <a:sym typeface="Wingdings" pitchFamily="2" charset="2"/>
              </a:rPr>
              <a:t>Biogas)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86679D2-DE5D-AF42-3929-FDA306BF1916}"/>
              </a:ext>
            </a:extLst>
          </p:cNvPr>
          <p:cNvSpPr/>
          <p:nvPr/>
        </p:nvSpPr>
        <p:spPr>
          <a:xfrm>
            <a:off x="2267030" y="2990357"/>
            <a:ext cx="1891746" cy="5466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Gas </a:t>
            </a:r>
            <a:r>
              <a:rPr lang="de-DE" dirty="0" err="1">
                <a:solidFill>
                  <a:schemeClr val="tx1"/>
                </a:solidFill>
              </a:rPr>
              <a:t>storage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5" name="Gewinkelte Verbindung 14">
            <a:extLst>
              <a:ext uri="{FF2B5EF4-FFF2-40B4-BE49-F238E27FC236}">
                <a16:creationId xmlns:a16="http://schemas.microsoft.com/office/drawing/2014/main" id="{379B3ACC-E48E-21F0-CEE4-B082BE574954}"/>
              </a:ext>
            </a:extLst>
          </p:cNvPr>
          <p:cNvCxnSpPr>
            <a:cxnSpLocks/>
            <a:stCxn id="5" idx="0"/>
            <a:endCxn id="2" idx="2"/>
          </p:cNvCxnSpPr>
          <p:nvPr/>
        </p:nvCxnSpPr>
        <p:spPr>
          <a:xfrm rot="5400000" flipH="1" flipV="1">
            <a:off x="4012025" y="-181172"/>
            <a:ext cx="781186" cy="234285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winkelte Verbindung 24">
            <a:extLst>
              <a:ext uri="{FF2B5EF4-FFF2-40B4-BE49-F238E27FC236}">
                <a16:creationId xmlns:a16="http://schemas.microsoft.com/office/drawing/2014/main" id="{BA142D92-4A7F-1BE9-F657-2E8FC8C99006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4233692" y="1654172"/>
            <a:ext cx="2815292" cy="61625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winkelte Verbindung 25">
            <a:extLst>
              <a:ext uri="{FF2B5EF4-FFF2-40B4-BE49-F238E27FC236}">
                <a16:creationId xmlns:a16="http://schemas.microsoft.com/office/drawing/2014/main" id="{DE94E9D6-2F80-49A6-9519-6923256A99CD}"/>
              </a:ext>
            </a:extLst>
          </p:cNvPr>
          <p:cNvCxnSpPr>
            <a:cxnSpLocks/>
            <a:stCxn id="5" idx="2"/>
            <a:endCxn id="10" idx="4"/>
          </p:cNvCxnSpPr>
          <p:nvPr/>
        </p:nvCxnSpPr>
        <p:spPr>
          <a:xfrm rot="10800000" flipV="1">
            <a:off x="549153" y="1654172"/>
            <a:ext cx="1679540" cy="1334202"/>
          </a:xfrm>
          <a:prstGeom prst="bentConnector2">
            <a:avLst/>
          </a:prstGeom>
          <a:ln w="28575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>
            <a:extLst>
              <a:ext uri="{FF2B5EF4-FFF2-40B4-BE49-F238E27FC236}">
                <a16:creationId xmlns:a16="http://schemas.microsoft.com/office/drawing/2014/main" id="{D6B729C4-14C7-62AC-7207-A77AA365276A}"/>
              </a:ext>
            </a:extLst>
          </p:cNvPr>
          <p:cNvCxnSpPr>
            <a:cxnSpLocks/>
            <a:stCxn id="12" idx="6"/>
            <a:endCxn id="6" idx="2"/>
          </p:cNvCxnSpPr>
          <p:nvPr/>
        </p:nvCxnSpPr>
        <p:spPr>
          <a:xfrm flipV="1">
            <a:off x="2440701" y="4241028"/>
            <a:ext cx="2533569" cy="3331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winkelte Verbindung 27">
            <a:extLst>
              <a:ext uri="{FF2B5EF4-FFF2-40B4-BE49-F238E27FC236}">
                <a16:creationId xmlns:a16="http://schemas.microsoft.com/office/drawing/2014/main" id="{99E3C7EB-A9DA-F587-5F67-B3261D58AC39}"/>
              </a:ext>
            </a:extLst>
          </p:cNvPr>
          <p:cNvCxnSpPr>
            <a:cxnSpLocks/>
            <a:stCxn id="12" idx="7"/>
            <a:endCxn id="14" idx="2"/>
          </p:cNvCxnSpPr>
          <p:nvPr/>
        </p:nvCxnSpPr>
        <p:spPr>
          <a:xfrm rot="5400000" flipH="1" flipV="1">
            <a:off x="2299362" y="3495509"/>
            <a:ext cx="872040" cy="95504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winkelte Verbindung 28">
            <a:extLst>
              <a:ext uri="{FF2B5EF4-FFF2-40B4-BE49-F238E27FC236}">
                <a16:creationId xmlns:a16="http://schemas.microsoft.com/office/drawing/2014/main" id="{F064DADC-F0DC-B400-DDAC-936C8918A116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>
            <a:off x="4158776" y="3263683"/>
            <a:ext cx="1089799" cy="713793"/>
          </a:xfrm>
          <a:prstGeom prst="bentConnector2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winkelte Verbindung 29">
            <a:extLst>
              <a:ext uri="{FF2B5EF4-FFF2-40B4-BE49-F238E27FC236}">
                <a16:creationId xmlns:a16="http://schemas.microsoft.com/office/drawing/2014/main" id="{14611172-2AAD-F54A-6CF6-B83B66494075}"/>
              </a:ext>
            </a:extLst>
          </p:cNvPr>
          <p:cNvCxnSpPr>
            <a:cxnSpLocks/>
            <a:stCxn id="12" idx="4"/>
            <a:endCxn id="13" idx="3"/>
          </p:cNvCxnSpPr>
          <p:nvPr/>
        </p:nvCxnSpPr>
        <p:spPr>
          <a:xfrm rot="16200000" flipH="1">
            <a:off x="1864981" y="4759245"/>
            <a:ext cx="715007" cy="812072"/>
          </a:xfrm>
          <a:prstGeom prst="bentConnector2">
            <a:avLst/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>
            <a:extLst>
              <a:ext uri="{FF2B5EF4-FFF2-40B4-BE49-F238E27FC236}">
                <a16:creationId xmlns:a16="http://schemas.microsoft.com/office/drawing/2014/main" id="{5FA2197A-46CD-C1B8-2A51-C0858657F457}"/>
              </a:ext>
            </a:extLst>
          </p:cNvPr>
          <p:cNvCxnSpPr>
            <a:cxnSpLocks/>
            <a:stCxn id="10" idx="2"/>
            <a:endCxn id="13" idx="2"/>
          </p:cNvCxnSpPr>
          <p:nvPr/>
        </p:nvCxnSpPr>
        <p:spPr>
          <a:xfrm rot="16200000" flipH="1">
            <a:off x="703865" y="3714914"/>
            <a:ext cx="1886728" cy="2196152"/>
          </a:xfrm>
          <a:prstGeom prst="bentConnector3">
            <a:avLst>
              <a:gd name="adj1" fmla="val 112116"/>
            </a:avLst>
          </a:prstGeom>
          <a:ln w="28575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winkelte Verbindung 31">
            <a:extLst>
              <a:ext uri="{FF2B5EF4-FFF2-40B4-BE49-F238E27FC236}">
                <a16:creationId xmlns:a16="http://schemas.microsoft.com/office/drawing/2014/main" id="{13AE7D4D-B078-F6DB-2CC1-3A65842B904A}"/>
              </a:ext>
            </a:extLst>
          </p:cNvPr>
          <p:cNvCxnSpPr>
            <a:cxnSpLocks/>
            <a:stCxn id="13" idx="4"/>
            <a:endCxn id="14" idx="2"/>
          </p:cNvCxnSpPr>
          <p:nvPr/>
        </p:nvCxnSpPr>
        <p:spPr>
          <a:xfrm rot="5400000" flipH="1" flipV="1">
            <a:off x="2103001" y="4179313"/>
            <a:ext cx="1752206" cy="46759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winkelte Verbindung 32">
            <a:extLst>
              <a:ext uri="{FF2B5EF4-FFF2-40B4-BE49-F238E27FC236}">
                <a16:creationId xmlns:a16="http://schemas.microsoft.com/office/drawing/2014/main" id="{96A05540-5192-78FE-48FD-72F4C55CC585}"/>
              </a:ext>
            </a:extLst>
          </p:cNvPr>
          <p:cNvCxnSpPr>
            <a:cxnSpLocks/>
            <a:stCxn id="13" idx="0"/>
            <a:endCxn id="6" idx="3"/>
          </p:cNvCxnSpPr>
          <p:nvPr/>
        </p:nvCxnSpPr>
        <p:spPr>
          <a:xfrm flipV="1">
            <a:off x="4423702" y="4504579"/>
            <a:ext cx="824873" cy="1018206"/>
          </a:xfrm>
          <a:prstGeom prst="bentConnector2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winkelte Verbindung 33">
            <a:extLst>
              <a:ext uri="{FF2B5EF4-FFF2-40B4-BE49-F238E27FC236}">
                <a16:creationId xmlns:a16="http://schemas.microsoft.com/office/drawing/2014/main" id="{1373E79A-C197-5839-EE57-E4C883F9168D}"/>
              </a:ext>
            </a:extLst>
          </p:cNvPr>
          <p:cNvCxnSpPr>
            <a:cxnSpLocks/>
            <a:stCxn id="6" idx="6"/>
            <a:endCxn id="9" idx="0"/>
          </p:cNvCxnSpPr>
          <p:nvPr/>
        </p:nvCxnSpPr>
        <p:spPr>
          <a:xfrm>
            <a:off x="6847343" y="4241028"/>
            <a:ext cx="2499912" cy="1169173"/>
          </a:xfrm>
          <a:prstGeom prst="bentConnector2">
            <a:avLst/>
          </a:prstGeom>
          <a:ln w="28575">
            <a:solidFill>
              <a:srgbClr val="FF000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73A19B05-156B-9826-A81F-B9B43277D0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79575" y="1280631"/>
            <a:ext cx="611588" cy="4749125"/>
          </a:xfrm>
          <a:prstGeom prst="bentConnector3">
            <a:avLst>
              <a:gd name="adj1" fmla="val 13737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 Verbindung 35">
            <a:extLst>
              <a:ext uri="{FF2B5EF4-FFF2-40B4-BE49-F238E27FC236}">
                <a16:creationId xmlns:a16="http://schemas.microsoft.com/office/drawing/2014/main" id="{683E9418-5C6F-6A7B-2C51-B0436BBA5860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 flipH="1" flipV="1">
            <a:off x="5574043" y="599660"/>
            <a:ext cx="3553949" cy="1063116"/>
          </a:xfrm>
          <a:prstGeom prst="bentConnector4">
            <a:avLst>
              <a:gd name="adj1" fmla="val -6432"/>
              <a:gd name="adj2" fmla="val 58685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winkelte Verbindung 36">
            <a:extLst>
              <a:ext uri="{FF2B5EF4-FFF2-40B4-BE49-F238E27FC236}">
                <a16:creationId xmlns:a16="http://schemas.microsoft.com/office/drawing/2014/main" id="{206D1B73-FFFE-19EA-600C-386E3213257D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 flipH="1" flipV="1">
            <a:off x="5574043" y="599660"/>
            <a:ext cx="3553949" cy="1670768"/>
          </a:xfrm>
          <a:prstGeom prst="bentConnector4">
            <a:avLst>
              <a:gd name="adj1" fmla="val -6432"/>
              <a:gd name="adj2" fmla="val 5599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winkelte Verbindung 37">
            <a:extLst>
              <a:ext uri="{FF2B5EF4-FFF2-40B4-BE49-F238E27FC236}">
                <a16:creationId xmlns:a16="http://schemas.microsoft.com/office/drawing/2014/main" id="{6EA404B8-0EB4-5A87-56C8-38EF8F596470}"/>
              </a:ext>
            </a:extLst>
          </p:cNvPr>
          <p:cNvCxnSpPr>
            <a:cxnSpLocks/>
            <a:stCxn id="12" idx="0"/>
            <a:endCxn id="7" idx="0"/>
          </p:cNvCxnSpPr>
          <p:nvPr/>
        </p:nvCxnSpPr>
        <p:spPr>
          <a:xfrm rot="5400000" flipH="1" flipV="1">
            <a:off x="3521204" y="-226646"/>
            <a:ext cx="2862528" cy="6272040"/>
          </a:xfrm>
          <a:prstGeom prst="bentConnector3">
            <a:avLst>
              <a:gd name="adj1" fmla="val 107986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>
            <a:extLst>
              <a:ext uri="{FF2B5EF4-FFF2-40B4-BE49-F238E27FC236}">
                <a16:creationId xmlns:a16="http://schemas.microsoft.com/office/drawing/2014/main" id="{7C46D0A4-327B-148A-68BC-99F3D7D512C6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5400000">
            <a:off x="7257583" y="4065963"/>
            <a:ext cx="354656" cy="382468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0A8C0ECD-49AE-E2C0-9265-D48B5561DBDE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4233692" y="1654172"/>
            <a:ext cx="2815292" cy="8604"/>
          </a:xfrm>
          <a:prstGeom prst="straightConnector1">
            <a:avLst/>
          </a:prstGeom>
          <a:ln w="28575">
            <a:solidFill>
              <a:schemeClr val="accent4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A47474A6-CD93-14C4-339B-0D83D4294691}"/>
              </a:ext>
            </a:extLst>
          </p:cNvPr>
          <p:cNvCxnSpPr>
            <a:cxnSpLocks/>
            <a:stCxn id="5" idx="5"/>
            <a:endCxn id="11" idx="3"/>
          </p:cNvCxnSpPr>
          <p:nvPr/>
        </p:nvCxnSpPr>
        <p:spPr>
          <a:xfrm rot="16200000" flipH="1">
            <a:off x="4211175" y="1576334"/>
            <a:ext cx="967980" cy="1510197"/>
          </a:xfrm>
          <a:prstGeom prst="bentConnector2">
            <a:avLst/>
          </a:prstGeom>
          <a:ln w="28575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winkelte Verbindung 41">
            <a:extLst>
              <a:ext uri="{FF2B5EF4-FFF2-40B4-BE49-F238E27FC236}">
                <a16:creationId xmlns:a16="http://schemas.microsoft.com/office/drawing/2014/main" id="{FC078BA4-E962-DF13-3C9E-D028B423FBC8}"/>
              </a:ext>
            </a:extLst>
          </p:cNvPr>
          <p:cNvCxnSpPr>
            <a:cxnSpLocks/>
            <a:stCxn id="11" idx="1"/>
            <a:endCxn id="4" idx="0"/>
          </p:cNvCxnSpPr>
          <p:nvPr/>
        </p:nvCxnSpPr>
        <p:spPr>
          <a:xfrm rot="5400000">
            <a:off x="4851412" y="3720146"/>
            <a:ext cx="3106643" cy="176433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winkelte Verbindung 42">
            <a:extLst>
              <a:ext uri="{FF2B5EF4-FFF2-40B4-BE49-F238E27FC236}">
                <a16:creationId xmlns:a16="http://schemas.microsoft.com/office/drawing/2014/main" id="{873A718C-3DDC-733A-A0E5-A53F8813556D}"/>
              </a:ext>
            </a:extLst>
          </p:cNvPr>
          <p:cNvCxnSpPr>
            <a:cxnSpLocks/>
            <a:stCxn id="11" idx="0"/>
            <a:endCxn id="9" idx="0"/>
          </p:cNvCxnSpPr>
          <p:nvPr/>
        </p:nvCxnSpPr>
        <p:spPr>
          <a:xfrm>
            <a:off x="7403685" y="2815423"/>
            <a:ext cx="1943570" cy="2594778"/>
          </a:xfrm>
          <a:prstGeom prst="bentConnector2">
            <a:avLst/>
          </a:prstGeom>
          <a:ln w="28575">
            <a:solidFill>
              <a:srgbClr val="FF000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8DDFC079-E8E6-7F41-DC4C-18E77636BFAC}"/>
              </a:ext>
            </a:extLst>
          </p:cNvPr>
          <p:cNvCxnSpPr>
            <a:cxnSpLocks/>
            <a:stCxn id="6" idx="4"/>
            <a:endCxn id="4" idx="0"/>
          </p:cNvCxnSpPr>
          <p:nvPr/>
        </p:nvCxnSpPr>
        <p:spPr>
          <a:xfrm flipH="1">
            <a:off x="5522566" y="4613745"/>
            <a:ext cx="388241" cy="15418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E72F047A-CAF1-09DC-09BE-36012A463396}"/>
              </a:ext>
            </a:extLst>
          </p:cNvPr>
          <p:cNvSpPr txBox="1"/>
          <p:nvPr/>
        </p:nvSpPr>
        <p:spPr>
          <a:xfrm>
            <a:off x="1620200" y="6572343"/>
            <a:ext cx="2319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Source: Mariella </a:t>
            </a:r>
            <a:r>
              <a:rPr lang="en-GB" sz="900" dirty="0" err="1"/>
              <a:t>Benkenstein</a:t>
            </a:r>
            <a:r>
              <a:rPr lang="en-GB" sz="900" dirty="0"/>
              <a:t>, </a:t>
            </a:r>
            <a:r>
              <a:rPr lang="en-GB" sz="900" dirty="0" err="1"/>
              <a:t>Gettor</a:t>
            </a:r>
            <a:r>
              <a:rPr lang="en-GB" sz="900" dirty="0"/>
              <a:t>, 2023</a:t>
            </a:r>
          </a:p>
        </p:txBody>
      </p:sp>
      <p:sp>
        <p:nvSpPr>
          <p:cNvPr id="89" name="Rounded Rectangle 20">
            <a:extLst>
              <a:ext uri="{FF2B5EF4-FFF2-40B4-BE49-F238E27FC236}">
                <a16:creationId xmlns:a16="http://schemas.microsoft.com/office/drawing/2014/main" id="{642DDE4C-A334-ECC3-78E7-52AAD0B167CD}"/>
              </a:ext>
            </a:extLst>
          </p:cNvPr>
          <p:cNvSpPr/>
          <p:nvPr/>
        </p:nvSpPr>
        <p:spPr>
          <a:xfrm>
            <a:off x="9945513" y="1286867"/>
            <a:ext cx="1555667" cy="3966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</a:t>
            </a:r>
            <a:r>
              <a:rPr lang="en-US" sz="1200" baseline="-25000" dirty="0">
                <a:solidFill>
                  <a:schemeClr val="bg1"/>
                </a:solidFill>
              </a:rPr>
              <a:t>2 </a:t>
            </a:r>
            <a:r>
              <a:rPr lang="en-US" sz="1200" dirty="0"/>
              <a:t>Fuel Cell Electric Vehicle</a:t>
            </a:r>
          </a:p>
        </p:txBody>
      </p:sp>
      <p:sp>
        <p:nvSpPr>
          <p:cNvPr id="90" name="Rounded Rectangle 21">
            <a:extLst>
              <a:ext uri="{FF2B5EF4-FFF2-40B4-BE49-F238E27FC236}">
                <a16:creationId xmlns:a16="http://schemas.microsoft.com/office/drawing/2014/main" id="{99F4869F-68FB-0AB1-0AE2-228C2D1C09D6}"/>
              </a:ext>
            </a:extLst>
          </p:cNvPr>
          <p:cNvSpPr/>
          <p:nvPr/>
        </p:nvSpPr>
        <p:spPr>
          <a:xfrm>
            <a:off x="9945514" y="1796346"/>
            <a:ext cx="1555667" cy="3966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Internal Combustion Engine Vehicle</a:t>
            </a:r>
          </a:p>
        </p:txBody>
      </p:sp>
      <p:sp>
        <p:nvSpPr>
          <p:cNvPr id="91" name="Rounded Rectangle 22">
            <a:extLst>
              <a:ext uri="{FF2B5EF4-FFF2-40B4-BE49-F238E27FC236}">
                <a16:creationId xmlns:a16="http://schemas.microsoft.com/office/drawing/2014/main" id="{66B4B097-0DB3-8110-E1F4-1011F6C8DF6D}"/>
              </a:ext>
            </a:extLst>
          </p:cNvPr>
          <p:cNvSpPr/>
          <p:nvPr/>
        </p:nvSpPr>
        <p:spPr>
          <a:xfrm>
            <a:off x="9945512" y="2314100"/>
            <a:ext cx="1555667" cy="3966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Natural Gas Vehicles</a:t>
            </a:r>
          </a:p>
        </p:txBody>
      </p:sp>
      <p:sp>
        <p:nvSpPr>
          <p:cNvPr id="92" name="Rounded Rectangle 23">
            <a:extLst>
              <a:ext uri="{FF2B5EF4-FFF2-40B4-BE49-F238E27FC236}">
                <a16:creationId xmlns:a16="http://schemas.microsoft.com/office/drawing/2014/main" id="{FDA19C0E-1D3D-DAD7-F67E-927E3F996BA6}"/>
              </a:ext>
            </a:extLst>
          </p:cNvPr>
          <p:cNvSpPr/>
          <p:nvPr/>
        </p:nvSpPr>
        <p:spPr>
          <a:xfrm>
            <a:off x="9937893" y="4209759"/>
            <a:ext cx="1555666" cy="338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Petroleum Products</a:t>
            </a:r>
          </a:p>
        </p:txBody>
      </p:sp>
      <p:sp>
        <p:nvSpPr>
          <p:cNvPr id="93" name="Rounded Rectangle 24">
            <a:extLst>
              <a:ext uri="{FF2B5EF4-FFF2-40B4-BE49-F238E27FC236}">
                <a16:creationId xmlns:a16="http://schemas.microsoft.com/office/drawing/2014/main" id="{B750FCF6-6202-7452-C43B-562DDBAB97EC}"/>
              </a:ext>
            </a:extLst>
          </p:cNvPr>
          <p:cNvSpPr/>
          <p:nvPr/>
        </p:nvSpPr>
        <p:spPr>
          <a:xfrm>
            <a:off x="9937893" y="4717527"/>
            <a:ext cx="1555666" cy="3388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Ammonia</a:t>
            </a:r>
          </a:p>
        </p:txBody>
      </p:sp>
      <p:sp>
        <p:nvSpPr>
          <p:cNvPr id="94" name="Rounded Rectangle 31">
            <a:extLst>
              <a:ext uri="{FF2B5EF4-FFF2-40B4-BE49-F238E27FC236}">
                <a16:creationId xmlns:a16="http://schemas.microsoft.com/office/drawing/2014/main" id="{9B84C82A-B36C-06AC-5D61-9793AC464BCA}"/>
              </a:ext>
            </a:extLst>
          </p:cNvPr>
          <p:cNvSpPr/>
          <p:nvPr/>
        </p:nvSpPr>
        <p:spPr>
          <a:xfrm>
            <a:off x="9849853" y="4040827"/>
            <a:ext cx="1851739" cy="1228651"/>
          </a:xfrm>
          <a:prstGeom prst="roundRect">
            <a:avLst>
              <a:gd name="adj" fmla="val 7002"/>
            </a:avLst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32">
            <a:extLst>
              <a:ext uri="{FF2B5EF4-FFF2-40B4-BE49-F238E27FC236}">
                <a16:creationId xmlns:a16="http://schemas.microsoft.com/office/drawing/2014/main" id="{A771E9E6-5CDB-53F1-B278-3A205E5BBA72}"/>
              </a:ext>
            </a:extLst>
          </p:cNvPr>
          <p:cNvSpPr/>
          <p:nvPr/>
        </p:nvSpPr>
        <p:spPr>
          <a:xfrm>
            <a:off x="9805224" y="1108343"/>
            <a:ext cx="1896369" cy="1809263"/>
          </a:xfrm>
          <a:prstGeom prst="roundRect">
            <a:avLst>
              <a:gd name="adj" fmla="val 6165"/>
            </a:avLst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33">
            <a:extLst>
              <a:ext uri="{FF2B5EF4-FFF2-40B4-BE49-F238E27FC236}">
                <a16:creationId xmlns:a16="http://schemas.microsoft.com/office/drawing/2014/main" id="{4A2277FF-E2C6-0E15-AF47-C0F3F37477BD}"/>
              </a:ext>
            </a:extLst>
          </p:cNvPr>
          <p:cNvSpPr txBox="1"/>
          <p:nvPr/>
        </p:nvSpPr>
        <p:spPr>
          <a:xfrm>
            <a:off x="9761006" y="822406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Power to Mobility</a:t>
            </a:r>
          </a:p>
        </p:txBody>
      </p:sp>
      <p:sp>
        <p:nvSpPr>
          <p:cNvPr id="97" name="TextBox 34">
            <a:extLst>
              <a:ext uri="{FF2B5EF4-FFF2-40B4-BE49-F238E27FC236}">
                <a16:creationId xmlns:a16="http://schemas.microsoft.com/office/drawing/2014/main" id="{6D1FBCE3-3334-CAA3-5D2F-2FE6F99EFE5D}"/>
              </a:ext>
            </a:extLst>
          </p:cNvPr>
          <p:cNvSpPr txBox="1"/>
          <p:nvPr/>
        </p:nvSpPr>
        <p:spPr>
          <a:xfrm>
            <a:off x="9778646" y="3731632"/>
            <a:ext cx="1455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Power to Chemicals</a:t>
            </a:r>
          </a:p>
        </p:txBody>
      </p:sp>
    </p:spTree>
    <p:extLst>
      <p:ext uri="{BB962C8B-B14F-4D97-AF65-F5344CB8AC3E}">
        <p14:creationId xmlns:p14="http://schemas.microsoft.com/office/powerpoint/2010/main" val="3217644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4">
            <a:extLst>
              <a:ext uri="{FF2B5EF4-FFF2-40B4-BE49-F238E27FC236}">
                <a16:creationId xmlns:a16="http://schemas.microsoft.com/office/drawing/2014/main" id="{0EC81133-2AA5-73C3-2FA3-B229D33A0EB5}"/>
              </a:ext>
            </a:extLst>
          </p:cNvPr>
          <p:cNvSpPr txBox="1"/>
          <p:nvPr/>
        </p:nvSpPr>
        <p:spPr>
          <a:xfrm>
            <a:off x="9774833" y="1274085"/>
            <a:ext cx="1104466" cy="45520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455" b="1" spc="-21" dirty="0">
                <a:solidFill>
                  <a:srgbClr val="205379"/>
                </a:solidFill>
                <a:latin typeface="Raleway"/>
                <a:cs typeface="Raleway"/>
              </a:rPr>
              <a:t>Superior</a:t>
            </a:r>
            <a:r>
              <a:rPr sz="1455" b="1" spc="-27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55" b="1" spc="-18" dirty="0">
                <a:solidFill>
                  <a:srgbClr val="205379"/>
                </a:solidFill>
                <a:latin typeface="Raleway"/>
                <a:cs typeface="Raleway"/>
              </a:rPr>
              <a:t>Energy</a:t>
            </a:r>
            <a:r>
              <a:rPr sz="1455" b="1" spc="-24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55" b="1" spc="-27" dirty="0">
                <a:solidFill>
                  <a:srgbClr val="205379"/>
                </a:solidFill>
                <a:latin typeface="Raleway"/>
                <a:cs typeface="Raleway"/>
              </a:rPr>
              <a:t>grid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B59A9EA4-8DE4-5B5F-D51F-7B8EAB8A2270}"/>
              </a:ext>
            </a:extLst>
          </p:cNvPr>
          <p:cNvSpPr txBox="1"/>
          <p:nvPr/>
        </p:nvSpPr>
        <p:spPr>
          <a:xfrm>
            <a:off x="4214482" y="4551955"/>
            <a:ext cx="1197485" cy="19404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spcBef>
                <a:spcPts val="58"/>
              </a:spcBef>
            </a:pPr>
            <a:r>
              <a:rPr sz="1213" b="1" spc="-39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213" b="1" spc="-30" dirty="0">
                <a:solidFill>
                  <a:srgbClr val="205379"/>
                </a:solidFill>
                <a:latin typeface="Raleway"/>
                <a:cs typeface="Raleway"/>
              </a:rPr>
              <a:t>eal</a:t>
            </a:r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time  </a:t>
            </a:r>
            <a:r>
              <a:rPr sz="1213" b="1" spc="-27" dirty="0">
                <a:solidFill>
                  <a:srgbClr val="205379"/>
                </a:solidFill>
                <a:latin typeface="Raleway"/>
                <a:cs typeface="Raleway"/>
              </a:rPr>
              <a:t>Data</a:t>
            </a:r>
            <a:endParaRPr sz="1213" dirty="0">
              <a:latin typeface="Raleway"/>
              <a:cs typeface="Raleway"/>
            </a:endParaRPr>
          </a:p>
        </p:txBody>
      </p:sp>
      <p:sp>
        <p:nvSpPr>
          <p:cNvPr id="30" name="object 6">
            <a:extLst>
              <a:ext uri="{FF2B5EF4-FFF2-40B4-BE49-F238E27FC236}">
                <a16:creationId xmlns:a16="http://schemas.microsoft.com/office/drawing/2014/main" id="{11FF932D-E54E-962E-E53D-D013DE7FB4DC}"/>
              </a:ext>
            </a:extLst>
          </p:cNvPr>
          <p:cNvSpPr txBox="1"/>
          <p:nvPr/>
        </p:nvSpPr>
        <p:spPr>
          <a:xfrm>
            <a:off x="6809291" y="1669892"/>
            <a:ext cx="2208856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455" b="1" spc="-27" dirty="0">
                <a:solidFill>
                  <a:srgbClr val="205379"/>
                </a:solidFill>
                <a:latin typeface="Raleway"/>
                <a:cs typeface="Raleway"/>
              </a:rPr>
              <a:t>Local </a:t>
            </a:r>
            <a:r>
              <a:rPr sz="1455" b="1" spc="-18" dirty="0">
                <a:solidFill>
                  <a:srgbClr val="205379"/>
                </a:solidFill>
                <a:latin typeface="Raleway"/>
                <a:cs typeface="Raleway"/>
              </a:rPr>
              <a:t>energy</a:t>
            </a:r>
            <a:r>
              <a:rPr sz="1455" b="1" spc="-21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55" b="1" spc="-27" dirty="0">
                <a:solidFill>
                  <a:srgbClr val="205379"/>
                </a:solidFill>
                <a:latin typeface="Raleway"/>
                <a:cs typeface="Raleway"/>
              </a:rPr>
              <a:t>production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6CD342E4-CD81-78C8-9105-ED8D43E323E2}"/>
              </a:ext>
            </a:extLst>
          </p:cNvPr>
          <p:cNvSpPr txBox="1"/>
          <p:nvPr/>
        </p:nvSpPr>
        <p:spPr>
          <a:xfrm>
            <a:off x="4280324" y="6115176"/>
            <a:ext cx="1757529" cy="19404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spcBef>
                <a:spcPts val="58"/>
              </a:spcBef>
            </a:pPr>
            <a:r>
              <a:rPr lang="de-DE" sz="1213" b="1" spc="-61" dirty="0">
                <a:solidFill>
                  <a:srgbClr val="205379"/>
                </a:solidFill>
                <a:latin typeface="Raleway"/>
                <a:cs typeface="Raleway"/>
              </a:rPr>
              <a:t>KI </a:t>
            </a:r>
            <a:r>
              <a:rPr lang="de-DE" sz="1213" b="1" spc="-61" dirty="0" err="1">
                <a:solidFill>
                  <a:srgbClr val="205379"/>
                </a:solidFill>
                <a:latin typeface="Raleway"/>
                <a:cs typeface="Raleway"/>
              </a:rPr>
              <a:t>Operated</a:t>
            </a: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  Auction</a:t>
            </a:r>
            <a:endParaRPr sz="1213" dirty="0">
              <a:latin typeface="Raleway"/>
              <a:cs typeface="Raleway"/>
            </a:endParaRPr>
          </a:p>
        </p:txBody>
      </p:sp>
      <p:sp>
        <p:nvSpPr>
          <p:cNvPr id="32" name="object 8">
            <a:extLst>
              <a:ext uri="{FF2B5EF4-FFF2-40B4-BE49-F238E27FC236}">
                <a16:creationId xmlns:a16="http://schemas.microsoft.com/office/drawing/2014/main" id="{A156A754-5929-8C4A-B08D-E017F2D812CF}"/>
              </a:ext>
            </a:extLst>
          </p:cNvPr>
          <p:cNvSpPr txBox="1"/>
          <p:nvPr/>
        </p:nvSpPr>
        <p:spPr>
          <a:xfrm>
            <a:off x="1266992" y="6398823"/>
            <a:ext cx="1878661" cy="19404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Plugin</a:t>
            </a:r>
            <a:r>
              <a:rPr sz="1213" b="1" spc="12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79" dirty="0">
                <a:solidFill>
                  <a:srgbClr val="205379"/>
                </a:solidFill>
                <a:latin typeface="Raleway"/>
                <a:cs typeface="Raleway"/>
              </a:rPr>
              <a:t>/</a:t>
            </a:r>
            <a:r>
              <a:rPr sz="1213" b="1" spc="12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Ex</a:t>
            </a:r>
            <a:r>
              <a:rPr sz="1213" b="1" spc="-33" dirty="0">
                <a:solidFill>
                  <a:srgbClr val="205379"/>
                </a:solidFill>
                <a:latin typeface="Raleway"/>
                <a:cs typeface="Raleway"/>
              </a:rPr>
              <a:t>t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ension</a:t>
            </a:r>
            <a:endParaRPr sz="1213" dirty="0">
              <a:latin typeface="Raleway"/>
              <a:cs typeface="Raleway"/>
            </a:endParaRPr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D181B3EB-B5E1-0CEC-84B3-1E59CA0F9630}"/>
              </a:ext>
            </a:extLst>
          </p:cNvPr>
          <p:cNvSpPr txBox="1"/>
          <p:nvPr/>
        </p:nvSpPr>
        <p:spPr>
          <a:xfrm>
            <a:off x="2749863" y="5206232"/>
            <a:ext cx="2025487" cy="3806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de-DE" sz="1213" b="1" spc="-121" dirty="0" err="1">
                <a:solidFill>
                  <a:srgbClr val="205379"/>
                </a:solidFill>
                <a:latin typeface="Raleway"/>
                <a:cs typeface="Raleway"/>
              </a:rPr>
              <a:t>Local</a:t>
            </a:r>
            <a:r>
              <a:rPr lang="de-DE" sz="1213" b="1" spc="-121" dirty="0">
                <a:solidFill>
                  <a:srgbClr val="205379"/>
                </a:solidFill>
                <a:latin typeface="Raleway"/>
                <a:cs typeface="Raleway"/>
              </a:rPr>
              <a:t> Development- and Testenvironment</a:t>
            </a:r>
            <a:endParaRPr sz="1213" dirty="0">
              <a:latin typeface="Raleway"/>
              <a:cs typeface="Raleway"/>
            </a:endParaRPr>
          </a:p>
        </p:txBody>
      </p:sp>
      <p:sp>
        <p:nvSpPr>
          <p:cNvPr id="34" name="object 10">
            <a:extLst>
              <a:ext uri="{FF2B5EF4-FFF2-40B4-BE49-F238E27FC236}">
                <a16:creationId xmlns:a16="http://schemas.microsoft.com/office/drawing/2014/main" id="{EC270894-1C53-2A65-19CD-2ABDB8C6F5DC}"/>
              </a:ext>
            </a:extLst>
          </p:cNvPr>
          <p:cNvSpPr txBox="1"/>
          <p:nvPr/>
        </p:nvSpPr>
        <p:spPr>
          <a:xfrm>
            <a:off x="436221" y="4477305"/>
            <a:ext cx="1975271" cy="3806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/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Energy </a:t>
            </a:r>
            <a:r>
              <a:rPr sz="1213" b="1" spc="-15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3" dirty="0">
                <a:solidFill>
                  <a:srgbClr val="205379"/>
                </a:solidFill>
                <a:latin typeface="Raleway"/>
                <a:cs typeface="Raleway"/>
              </a:rPr>
              <a:t>M</a:t>
            </a:r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anageme</a:t>
            </a: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n</a:t>
            </a:r>
            <a:r>
              <a:rPr sz="1213" b="1" spc="-30" dirty="0">
                <a:solidFill>
                  <a:srgbClr val="205379"/>
                </a:solidFill>
                <a:latin typeface="Raleway"/>
                <a:cs typeface="Raleway"/>
              </a:rPr>
              <a:t>t  </a:t>
            </a: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System</a:t>
            </a:r>
            <a:r>
              <a:rPr lang="de-DE" sz="1213" b="1" spc="-24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lang="de-DE" sz="1213" b="1" spc="3" dirty="0">
                <a:solidFill>
                  <a:srgbClr val="205379"/>
                </a:solidFill>
                <a:latin typeface="Raleway"/>
                <a:cs typeface="Raleway"/>
              </a:rPr>
              <a:t>(EMS)</a:t>
            </a:r>
            <a:endParaRPr lang="de-DE" sz="1213" dirty="0">
              <a:latin typeface="Raleway"/>
              <a:cs typeface="Raleway"/>
            </a:endParaRPr>
          </a:p>
        </p:txBody>
      </p:sp>
      <p:grpSp>
        <p:nvGrpSpPr>
          <p:cNvPr id="35" name="object 11">
            <a:extLst>
              <a:ext uri="{FF2B5EF4-FFF2-40B4-BE49-F238E27FC236}">
                <a16:creationId xmlns:a16="http://schemas.microsoft.com/office/drawing/2014/main" id="{B34AD8FE-FE97-8CFB-3BF7-DD24712D7B0B}"/>
              </a:ext>
            </a:extLst>
          </p:cNvPr>
          <p:cNvGrpSpPr/>
          <p:nvPr/>
        </p:nvGrpSpPr>
        <p:grpSpPr>
          <a:xfrm>
            <a:off x="3410987" y="6036992"/>
            <a:ext cx="712669" cy="676173"/>
            <a:chOff x="5624265" y="9955447"/>
            <a:chExt cx="744220" cy="744220"/>
          </a:xfrm>
        </p:grpSpPr>
        <p:pic>
          <p:nvPicPr>
            <p:cNvPr id="36" name="object 12">
              <a:extLst>
                <a:ext uri="{FF2B5EF4-FFF2-40B4-BE49-F238E27FC236}">
                  <a16:creationId xmlns:a16="http://schemas.microsoft.com/office/drawing/2014/main" id="{C1B58D01-D292-2765-53EB-0FF881C595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3255" y="10044891"/>
              <a:ext cx="205962" cy="206091"/>
            </a:xfrm>
            <a:prstGeom prst="rect">
              <a:avLst/>
            </a:prstGeom>
          </p:spPr>
        </p:pic>
        <p:sp>
          <p:nvSpPr>
            <p:cNvPr id="37" name="object 13">
              <a:extLst>
                <a:ext uri="{FF2B5EF4-FFF2-40B4-BE49-F238E27FC236}">
                  <a16:creationId xmlns:a16="http://schemas.microsoft.com/office/drawing/2014/main" id="{B69BE12C-C30F-A7E0-5EC2-72AC8BE680C6}"/>
                </a:ext>
              </a:extLst>
            </p:cNvPr>
            <p:cNvSpPr/>
            <p:nvPr/>
          </p:nvSpPr>
          <p:spPr>
            <a:xfrm>
              <a:off x="5638631" y="9969813"/>
              <a:ext cx="715645" cy="715645"/>
            </a:xfrm>
            <a:custGeom>
              <a:avLst/>
              <a:gdLst/>
              <a:ahLst/>
              <a:cxnLst/>
              <a:rect l="l" t="t" r="r" b="b"/>
              <a:pathLst>
                <a:path w="715645" h="715645">
                  <a:moveTo>
                    <a:pt x="617981" y="715245"/>
                  </a:moveTo>
                  <a:lnTo>
                    <a:pt x="97253" y="715245"/>
                  </a:lnTo>
                  <a:lnTo>
                    <a:pt x="59400" y="707601"/>
                  </a:lnTo>
                  <a:lnTo>
                    <a:pt x="28487" y="686756"/>
                  </a:lnTo>
                  <a:lnTo>
                    <a:pt x="7643" y="655839"/>
                  </a:lnTo>
                  <a:lnTo>
                    <a:pt x="0" y="617981"/>
                  </a:lnTo>
                  <a:lnTo>
                    <a:pt x="0" y="97264"/>
                  </a:lnTo>
                  <a:lnTo>
                    <a:pt x="7643" y="59405"/>
                  </a:lnTo>
                  <a:lnTo>
                    <a:pt x="28487" y="28488"/>
                  </a:lnTo>
                  <a:lnTo>
                    <a:pt x="59400" y="7643"/>
                  </a:lnTo>
                  <a:lnTo>
                    <a:pt x="97253" y="0"/>
                  </a:lnTo>
                  <a:lnTo>
                    <a:pt x="617981" y="0"/>
                  </a:lnTo>
                  <a:lnTo>
                    <a:pt x="655839" y="7643"/>
                  </a:lnTo>
                  <a:lnTo>
                    <a:pt x="686756" y="28488"/>
                  </a:lnTo>
                  <a:lnTo>
                    <a:pt x="707601" y="59405"/>
                  </a:lnTo>
                  <a:lnTo>
                    <a:pt x="715245" y="97264"/>
                  </a:lnTo>
                  <a:lnTo>
                    <a:pt x="715245" y="617981"/>
                  </a:lnTo>
                  <a:lnTo>
                    <a:pt x="707601" y="655839"/>
                  </a:lnTo>
                  <a:lnTo>
                    <a:pt x="686756" y="686756"/>
                  </a:lnTo>
                  <a:lnTo>
                    <a:pt x="655839" y="707601"/>
                  </a:lnTo>
                  <a:lnTo>
                    <a:pt x="617981" y="715245"/>
                  </a:lnTo>
                  <a:close/>
                </a:path>
              </a:pathLst>
            </a:custGeom>
            <a:ln w="2873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362602C8-5473-17D1-D371-B01D0818D463}"/>
                </a:ext>
              </a:extLst>
            </p:cNvPr>
            <p:cNvSpPr/>
            <p:nvPr/>
          </p:nvSpPr>
          <p:spPr>
            <a:xfrm>
              <a:off x="5691053" y="10258676"/>
              <a:ext cx="610870" cy="293370"/>
            </a:xfrm>
            <a:custGeom>
              <a:avLst/>
              <a:gdLst/>
              <a:ahLst/>
              <a:cxnLst/>
              <a:rect l="l" t="t" r="r" b="b"/>
              <a:pathLst>
                <a:path w="610870" h="293370">
                  <a:moveTo>
                    <a:pt x="0" y="208820"/>
                  </a:moveTo>
                  <a:lnTo>
                    <a:pt x="71340" y="116681"/>
                  </a:lnTo>
                  <a:lnTo>
                    <a:pt x="107974" y="69289"/>
                  </a:lnTo>
                  <a:lnTo>
                    <a:pt x="121471" y="51636"/>
                  </a:lnTo>
                  <a:lnTo>
                    <a:pt x="123399" y="48710"/>
                  </a:lnTo>
                  <a:lnTo>
                    <a:pt x="131832" y="64907"/>
                  </a:lnTo>
                  <a:lnTo>
                    <a:pt x="153484" y="107027"/>
                  </a:lnTo>
                  <a:lnTo>
                    <a:pt x="182886" y="164361"/>
                  </a:lnTo>
                  <a:lnTo>
                    <a:pt x="214568" y="226203"/>
                  </a:lnTo>
                  <a:lnTo>
                    <a:pt x="243060" y="281844"/>
                  </a:lnTo>
                  <a:lnTo>
                    <a:pt x="252239" y="291052"/>
                  </a:lnTo>
                  <a:lnTo>
                    <a:pt x="264143" y="293038"/>
                  </a:lnTo>
                  <a:lnTo>
                    <a:pt x="275231" y="288238"/>
                  </a:lnTo>
                  <a:lnTo>
                    <a:pt x="281960" y="277091"/>
                  </a:lnTo>
                  <a:lnTo>
                    <a:pt x="323121" y="104227"/>
                  </a:lnTo>
                  <a:lnTo>
                    <a:pt x="323655" y="101986"/>
                  </a:lnTo>
                  <a:lnTo>
                    <a:pt x="381517" y="9654"/>
                  </a:lnTo>
                  <a:lnTo>
                    <a:pt x="401049" y="0"/>
                  </a:lnTo>
                  <a:lnTo>
                    <a:pt x="411353" y="3770"/>
                  </a:lnTo>
                  <a:lnTo>
                    <a:pt x="418563" y="12962"/>
                  </a:lnTo>
                  <a:lnTo>
                    <a:pt x="463671" y="124111"/>
                  </a:lnTo>
                  <a:lnTo>
                    <a:pt x="464519" y="126216"/>
                  </a:lnTo>
                  <a:lnTo>
                    <a:pt x="465713" y="128163"/>
                  </a:lnTo>
                  <a:lnTo>
                    <a:pt x="467189" y="129880"/>
                  </a:lnTo>
                  <a:lnTo>
                    <a:pt x="551690" y="228181"/>
                  </a:lnTo>
                  <a:lnTo>
                    <a:pt x="560433" y="234234"/>
                  </a:lnTo>
                  <a:lnTo>
                    <a:pt x="570456" y="235253"/>
                  </a:lnTo>
                  <a:lnTo>
                    <a:pt x="579808" y="231510"/>
                  </a:lnTo>
                  <a:lnTo>
                    <a:pt x="586537" y="223281"/>
                  </a:lnTo>
                  <a:lnTo>
                    <a:pt x="610400" y="171356"/>
                  </a:lnTo>
                </a:path>
              </a:pathLst>
            </a:custGeom>
            <a:ln w="2873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9" name="object 15">
            <a:extLst>
              <a:ext uri="{FF2B5EF4-FFF2-40B4-BE49-F238E27FC236}">
                <a16:creationId xmlns:a16="http://schemas.microsoft.com/office/drawing/2014/main" id="{837DBB3F-E0B6-8F4A-62DD-0315B08835AF}"/>
              </a:ext>
            </a:extLst>
          </p:cNvPr>
          <p:cNvGrpSpPr/>
          <p:nvPr/>
        </p:nvGrpSpPr>
        <p:grpSpPr>
          <a:xfrm>
            <a:off x="6817037" y="1916924"/>
            <a:ext cx="2877202" cy="115904"/>
            <a:chOff x="11241093" y="3161149"/>
            <a:chExt cx="4744720" cy="191135"/>
          </a:xfrm>
        </p:grpSpPr>
        <p:sp>
          <p:nvSpPr>
            <p:cNvPr id="40" name="object 16">
              <a:extLst>
                <a:ext uri="{FF2B5EF4-FFF2-40B4-BE49-F238E27FC236}">
                  <a16:creationId xmlns:a16="http://schemas.microsoft.com/office/drawing/2014/main" id="{9D7EDE7F-D9DB-D0A2-8B26-50462A64686F}"/>
                </a:ext>
              </a:extLst>
            </p:cNvPr>
            <p:cNvSpPr/>
            <p:nvPr/>
          </p:nvSpPr>
          <p:spPr>
            <a:xfrm>
              <a:off x="11241093" y="3256553"/>
              <a:ext cx="4662170" cy="0"/>
            </a:xfrm>
            <a:custGeom>
              <a:avLst/>
              <a:gdLst/>
              <a:ahLst/>
              <a:cxnLst/>
              <a:rect l="l" t="t" r="r" b="b"/>
              <a:pathLst>
                <a:path w="4662169">
                  <a:moveTo>
                    <a:pt x="0" y="0"/>
                  </a:moveTo>
                  <a:lnTo>
                    <a:pt x="4661638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1" name="object 17">
              <a:extLst>
                <a:ext uri="{FF2B5EF4-FFF2-40B4-BE49-F238E27FC236}">
                  <a16:creationId xmlns:a16="http://schemas.microsoft.com/office/drawing/2014/main" id="{6444C68E-221D-FDD8-01F3-FEB8419AB379}"/>
                </a:ext>
              </a:extLst>
            </p:cNvPr>
            <p:cNvSpPr/>
            <p:nvPr/>
          </p:nvSpPr>
          <p:spPr>
            <a:xfrm>
              <a:off x="15889941" y="3161149"/>
              <a:ext cx="95885" cy="191135"/>
            </a:xfrm>
            <a:custGeom>
              <a:avLst/>
              <a:gdLst/>
              <a:ahLst/>
              <a:cxnLst/>
              <a:rect l="l" t="t" r="r" b="b"/>
              <a:pathLst>
                <a:path w="95884" h="191135">
                  <a:moveTo>
                    <a:pt x="0" y="0"/>
                  </a:moveTo>
                  <a:lnTo>
                    <a:pt x="0" y="190810"/>
                  </a:lnTo>
                  <a:lnTo>
                    <a:pt x="95379" y="95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537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42" name="object 19">
            <a:extLst>
              <a:ext uri="{FF2B5EF4-FFF2-40B4-BE49-F238E27FC236}">
                <a16:creationId xmlns:a16="http://schemas.microsoft.com/office/drawing/2014/main" id="{5EE4358A-0A63-1D0B-723E-3F3A1D02AE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3976" y="1478725"/>
            <a:ext cx="4427290" cy="3157529"/>
          </a:xfrm>
          <a:prstGeom prst="rect">
            <a:avLst/>
          </a:prstGeom>
        </p:spPr>
      </p:pic>
      <p:pic>
        <p:nvPicPr>
          <p:cNvPr id="43" name="object 20">
            <a:extLst>
              <a:ext uri="{FF2B5EF4-FFF2-40B4-BE49-F238E27FC236}">
                <a16:creationId xmlns:a16="http://schemas.microsoft.com/office/drawing/2014/main" id="{4314FEA0-EA56-DC37-0D18-87A72177260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5044" y="3186025"/>
            <a:ext cx="801154" cy="801148"/>
          </a:xfrm>
          <a:prstGeom prst="rect">
            <a:avLst/>
          </a:prstGeom>
        </p:spPr>
      </p:pic>
      <p:pic>
        <p:nvPicPr>
          <p:cNvPr id="44" name="object 21">
            <a:extLst>
              <a:ext uri="{FF2B5EF4-FFF2-40B4-BE49-F238E27FC236}">
                <a16:creationId xmlns:a16="http://schemas.microsoft.com/office/drawing/2014/main" id="{F04B9893-59F6-5648-6968-C3C1EC04554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5424" y="2605998"/>
            <a:ext cx="1510393" cy="2034924"/>
          </a:xfrm>
          <a:prstGeom prst="rect">
            <a:avLst/>
          </a:prstGeom>
        </p:spPr>
      </p:pic>
      <p:sp>
        <p:nvSpPr>
          <p:cNvPr id="45" name="object 22">
            <a:extLst>
              <a:ext uri="{FF2B5EF4-FFF2-40B4-BE49-F238E27FC236}">
                <a16:creationId xmlns:a16="http://schemas.microsoft.com/office/drawing/2014/main" id="{51AE957C-C059-D919-4E99-9BA52BBAFB4F}"/>
              </a:ext>
            </a:extLst>
          </p:cNvPr>
          <p:cNvSpPr/>
          <p:nvPr/>
        </p:nvSpPr>
        <p:spPr>
          <a:xfrm>
            <a:off x="3970237" y="2213630"/>
            <a:ext cx="563735" cy="754341"/>
          </a:xfrm>
          <a:custGeom>
            <a:avLst/>
            <a:gdLst/>
            <a:ahLst/>
            <a:cxnLst/>
            <a:rect l="l" t="t" r="r" b="b"/>
            <a:pathLst>
              <a:path w="929640" h="1243964">
                <a:moveTo>
                  <a:pt x="359125" y="1211868"/>
                </a:moveTo>
                <a:lnTo>
                  <a:pt x="322754" y="1235878"/>
                </a:lnTo>
                <a:lnTo>
                  <a:pt x="327204" y="1241470"/>
                </a:lnTo>
                <a:lnTo>
                  <a:pt x="338733" y="1243585"/>
                </a:lnTo>
                <a:lnTo>
                  <a:pt x="341350" y="1243637"/>
                </a:lnTo>
                <a:lnTo>
                  <a:pt x="437659" y="1243670"/>
                </a:lnTo>
                <a:lnTo>
                  <a:pt x="578244" y="1243616"/>
                </a:lnTo>
                <a:lnTo>
                  <a:pt x="587425" y="1242636"/>
                </a:lnTo>
                <a:lnTo>
                  <a:pt x="593908" y="1239721"/>
                </a:lnTo>
                <a:lnTo>
                  <a:pt x="597816" y="1234858"/>
                </a:lnTo>
                <a:lnTo>
                  <a:pt x="599269" y="1228035"/>
                </a:lnTo>
                <a:lnTo>
                  <a:pt x="598217" y="1220817"/>
                </a:lnTo>
                <a:lnTo>
                  <a:pt x="594421" y="1215667"/>
                </a:lnTo>
                <a:lnTo>
                  <a:pt x="587752" y="1212530"/>
                </a:lnTo>
                <a:lnTo>
                  <a:pt x="583422" y="1212004"/>
                </a:lnTo>
                <a:lnTo>
                  <a:pt x="383297" y="1212004"/>
                </a:lnTo>
                <a:lnTo>
                  <a:pt x="359125" y="1211868"/>
                </a:lnTo>
                <a:close/>
              </a:path>
              <a:path w="929640" h="1243964">
                <a:moveTo>
                  <a:pt x="590896" y="521094"/>
                </a:moveTo>
                <a:lnTo>
                  <a:pt x="416887" y="521094"/>
                </a:lnTo>
                <a:lnTo>
                  <a:pt x="420196" y="523219"/>
                </a:lnTo>
                <a:lnTo>
                  <a:pt x="383297" y="1212004"/>
                </a:lnTo>
                <a:lnTo>
                  <a:pt x="583422" y="1212004"/>
                </a:lnTo>
                <a:lnTo>
                  <a:pt x="578076" y="1211355"/>
                </a:lnTo>
                <a:lnTo>
                  <a:pt x="573672" y="1211303"/>
                </a:lnTo>
                <a:lnTo>
                  <a:pt x="538716" y="1211303"/>
                </a:lnTo>
                <a:lnTo>
                  <a:pt x="538668" y="1210444"/>
                </a:lnTo>
                <a:lnTo>
                  <a:pt x="415474" y="1210444"/>
                </a:lnTo>
                <a:lnTo>
                  <a:pt x="452185" y="540538"/>
                </a:lnTo>
                <a:lnTo>
                  <a:pt x="501244" y="540538"/>
                </a:lnTo>
                <a:lnTo>
                  <a:pt x="500298" y="523617"/>
                </a:lnTo>
                <a:lnTo>
                  <a:pt x="602466" y="523617"/>
                </a:lnTo>
                <a:lnTo>
                  <a:pt x="590896" y="521094"/>
                </a:lnTo>
                <a:close/>
              </a:path>
              <a:path w="929640" h="1243964">
                <a:moveTo>
                  <a:pt x="558769" y="1211235"/>
                </a:moveTo>
                <a:lnTo>
                  <a:pt x="538716" y="1211303"/>
                </a:lnTo>
                <a:lnTo>
                  <a:pt x="573672" y="1211303"/>
                </a:lnTo>
                <a:lnTo>
                  <a:pt x="568470" y="1211241"/>
                </a:lnTo>
                <a:lnTo>
                  <a:pt x="558769" y="1211235"/>
                </a:lnTo>
                <a:close/>
              </a:path>
              <a:path w="929640" h="1243964">
                <a:moveTo>
                  <a:pt x="501244" y="540538"/>
                </a:moveTo>
                <a:lnTo>
                  <a:pt x="468247" y="540538"/>
                </a:lnTo>
                <a:lnTo>
                  <a:pt x="505094" y="1210444"/>
                </a:lnTo>
                <a:lnTo>
                  <a:pt x="538668" y="1210444"/>
                </a:lnTo>
                <a:lnTo>
                  <a:pt x="501244" y="540538"/>
                </a:lnTo>
                <a:close/>
              </a:path>
              <a:path w="929640" h="1243964">
                <a:moveTo>
                  <a:pt x="378006" y="440923"/>
                </a:moveTo>
                <a:lnTo>
                  <a:pt x="365513" y="442782"/>
                </a:lnTo>
                <a:lnTo>
                  <a:pt x="352994" y="446687"/>
                </a:lnTo>
                <a:lnTo>
                  <a:pt x="278873" y="474192"/>
                </a:lnTo>
                <a:lnTo>
                  <a:pt x="36627" y="563522"/>
                </a:lnTo>
                <a:lnTo>
                  <a:pt x="25501" y="568196"/>
                </a:lnTo>
                <a:lnTo>
                  <a:pt x="15537" y="574058"/>
                </a:lnTo>
                <a:lnTo>
                  <a:pt x="6961" y="581612"/>
                </a:lnTo>
                <a:lnTo>
                  <a:pt x="0" y="591364"/>
                </a:lnTo>
                <a:lnTo>
                  <a:pt x="0" y="609489"/>
                </a:lnTo>
                <a:lnTo>
                  <a:pt x="10769" y="626927"/>
                </a:lnTo>
                <a:lnTo>
                  <a:pt x="22228" y="636255"/>
                </a:lnTo>
                <a:lnTo>
                  <a:pt x="36771" y="638535"/>
                </a:lnTo>
                <a:lnTo>
                  <a:pt x="56794" y="634828"/>
                </a:lnTo>
                <a:lnTo>
                  <a:pt x="179514" y="601793"/>
                </a:lnTo>
                <a:lnTo>
                  <a:pt x="32103" y="601793"/>
                </a:lnTo>
                <a:lnTo>
                  <a:pt x="30501" y="596955"/>
                </a:lnTo>
                <a:lnTo>
                  <a:pt x="33925" y="595123"/>
                </a:lnTo>
                <a:lnTo>
                  <a:pt x="37203" y="592872"/>
                </a:lnTo>
                <a:lnTo>
                  <a:pt x="364303" y="471399"/>
                </a:lnTo>
                <a:lnTo>
                  <a:pt x="374768" y="468919"/>
                </a:lnTo>
                <a:lnTo>
                  <a:pt x="429081" y="468919"/>
                </a:lnTo>
                <a:lnTo>
                  <a:pt x="430660" y="461165"/>
                </a:lnTo>
                <a:lnTo>
                  <a:pt x="437662" y="450888"/>
                </a:lnTo>
                <a:lnTo>
                  <a:pt x="443950" y="446499"/>
                </a:lnTo>
                <a:lnTo>
                  <a:pt x="403223" y="446499"/>
                </a:lnTo>
                <a:lnTo>
                  <a:pt x="390551" y="441899"/>
                </a:lnTo>
                <a:lnTo>
                  <a:pt x="378006" y="440923"/>
                </a:lnTo>
                <a:close/>
              </a:path>
              <a:path w="929640" h="1243964">
                <a:moveTo>
                  <a:pt x="602466" y="523617"/>
                </a:moveTo>
                <a:lnTo>
                  <a:pt x="500298" y="523617"/>
                </a:lnTo>
                <a:lnTo>
                  <a:pt x="510932" y="528736"/>
                </a:lnTo>
                <a:lnTo>
                  <a:pt x="520960" y="533791"/>
                </a:lnTo>
                <a:lnTo>
                  <a:pt x="813889" y="601301"/>
                </a:lnTo>
                <a:lnTo>
                  <a:pt x="878968" y="615279"/>
                </a:lnTo>
                <a:lnTo>
                  <a:pt x="885762" y="616141"/>
                </a:lnTo>
                <a:lnTo>
                  <a:pt x="892835" y="616008"/>
                </a:lnTo>
                <a:lnTo>
                  <a:pt x="927898" y="590214"/>
                </a:lnTo>
                <a:lnTo>
                  <a:pt x="928519" y="585940"/>
                </a:lnTo>
                <a:lnTo>
                  <a:pt x="892789" y="585940"/>
                </a:lnTo>
                <a:lnTo>
                  <a:pt x="888873" y="585500"/>
                </a:lnTo>
                <a:lnTo>
                  <a:pt x="884884" y="585395"/>
                </a:lnTo>
                <a:lnTo>
                  <a:pt x="602466" y="523617"/>
                </a:lnTo>
                <a:close/>
              </a:path>
              <a:path w="929640" h="1243964">
                <a:moveTo>
                  <a:pt x="429081" y="468919"/>
                </a:moveTo>
                <a:lnTo>
                  <a:pt x="374768" y="468919"/>
                </a:lnTo>
                <a:lnTo>
                  <a:pt x="383273" y="469882"/>
                </a:lnTo>
                <a:lnTo>
                  <a:pt x="389694" y="474192"/>
                </a:lnTo>
                <a:lnTo>
                  <a:pt x="393904" y="481754"/>
                </a:lnTo>
                <a:lnTo>
                  <a:pt x="394838" y="490983"/>
                </a:lnTo>
                <a:lnTo>
                  <a:pt x="391817" y="499596"/>
                </a:lnTo>
                <a:lnTo>
                  <a:pt x="385369" y="506620"/>
                </a:lnTo>
                <a:lnTo>
                  <a:pt x="376019" y="511083"/>
                </a:lnTo>
                <a:lnTo>
                  <a:pt x="40166" y="601280"/>
                </a:lnTo>
                <a:lnTo>
                  <a:pt x="36072" y="601301"/>
                </a:lnTo>
                <a:lnTo>
                  <a:pt x="32103" y="601793"/>
                </a:lnTo>
                <a:lnTo>
                  <a:pt x="179514" y="601793"/>
                </a:lnTo>
                <a:lnTo>
                  <a:pt x="341277" y="558161"/>
                </a:lnTo>
                <a:lnTo>
                  <a:pt x="362086" y="553104"/>
                </a:lnTo>
                <a:lnTo>
                  <a:pt x="382510" y="547146"/>
                </a:lnTo>
                <a:lnTo>
                  <a:pt x="401220" y="537430"/>
                </a:lnTo>
                <a:lnTo>
                  <a:pt x="416887" y="521094"/>
                </a:lnTo>
                <a:lnTo>
                  <a:pt x="590896" y="521094"/>
                </a:lnTo>
                <a:lnTo>
                  <a:pt x="545480" y="511188"/>
                </a:lnTo>
                <a:lnTo>
                  <a:pt x="538036" y="508998"/>
                </a:lnTo>
                <a:lnTo>
                  <a:pt x="531839" y="505574"/>
                </a:lnTo>
                <a:lnTo>
                  <a:pt x="531086" y="504738"/>
                </a:lnTo>
                <a:lnTo>
                  <a:pt x="459776" y="504738"/>
                </a:lnTo>
                <a:lnTo>
                  <a:pt x="448020" y="501995"/>
                </a:lnTo>
                <a:lnTo>
                  <a:pt x="437998" y="494996"/>
                </a:lnTo>
                <a:lnTo>
                  <a:pt x="430970" y="485000"/>
                </a:lnTo>
                <a:lnTo>
                  <a:pt x="428196" y="473263"/>
                </a:lnTo>
                <a:lnTo>
                  <a:pt x="429081" y="468919"/>
                </a:lnTo>
                <a:close/>
              </a:path>
              <a:path w="929640" h="1243964">
                <a:moveTo>
                  <a:pt x="660449" y="471796"/>
                </a:moveTo>
                <a:lnTo>
                  <a:pt x="541797" y="471796"/>
                </a:lnTo>
                <a:lnTo>
                  <a:pt x="554443" y="473095"/>
                </a:lnTo>
                <a:lnTo>
                  <a:pt x="558008" y="474192"/>
                </a:lnTo>
                <a:lnTo>
                  <a:pt x="885428" y="576903"/>
                </a:lnTo>
                <a:lnTo>
                  <a:pt x="889732" y="579134"/>
                </a:lnTo>
                <a:lnTo>
                  <a:pt x="894150" y="580987"/>
                </a:lnTo>
                <a:lnTo>
                  <a:pt x="892789" y="585940"/>
                </a:lnTo>
                <a:lnTo>
                  <a:pt x="928519" y="585940"/>
                </a:lnTo>
                <a:lnTo>
                  <a:pt x="929364" y="580128"/>
                </a:lnTo>
                <a:lnTo>
                  <a:pt x="926977" y="568511"/>
                </a:lnTo>
                <a:lnTo>
                  <a:pt x="920846" y="558510"/>
                </a:lnTo>
                <a:lnTo>
                  <a:pt x="911244" y="550486"/>
                </a:lnTo>
                <a:lnTo>
                  <a:pt x="898443" y="544800"/>
                </a:lnTo>
                <a:lnTo>
                  <a:pt x="660449" y="471796"/>
                </a:lnTo>
                <a:close/>
              </a:path>
              <a:path w="929640" h="1243964">
                <a:moveTo>
                  <a:pt x="514163" y="441023"/>
                </a:moveTo>
                <a:lnTo>
                  <a:pt x="460101" y="441023"/>
                </a:lnTo>
                <a:lnTo>
                  <a:pt x="472401" y="443549"/>
                </a:lnTo>
                <a:lnTo>
                  <a:pt x="482599" y="450486"/>
                </a:lnTo>
                <a:lnTo>
                  <a:pt x="489540" y="460677"/>
                </a:lnTo>
                <a:lnTo>
                  <a:pt x="492068" y="472969"/>
                </a:lnTo>
                <a:lnTo>
                  <a:pt x="489386" y="485187"/>
                </a:lnTo>
                <a:lnTo>
                  <a:pt x="482279" y="495372"/>
                </a:lnTo>
                <a:lnTo>
                  <a:pt x="471994" y="502298"/>
                </a:lnTo>
                <a:lnTo>
                  <a:pt x="459776" y="504738"/>
                </a:lnTo>
                <a:lnTo>
                  <a:pt x="531086" y="504738"/>
                </a:lnTo>
                <a:lnTo>
                  <a:pt x="527225" y="500452"/>
                </a:lnTo>
                <a:lnTo>
                  <a:pt x="524528" y="493168"/>
                </a:lnTo>
                <a:lnTo>
                  <a:pt x="525453" y="482828"/>
                </a:lnTo>
                <a:lnTo>
                  <a:pt x="531672" y="475372"/>
                </a:lnTo>
                <a:lnTo>
                  <a:pt x="541797" y="471796"/>
                </a:lnTo>
                <a:lnTo>
                  <a:pt x="660449" y="471796"/>
                </a:lnTo>
                <a:lnTo>
                  <a:pt x="578209" y="446405"/>
                </a:lnTo>
                <a:lnTo>
                  <a:pt x="518560" y="446405"/>
                </a:lnTo>
                <a:lnTo>
                  <a:pt x="514163" y="441023"/>
                </a:lnTo>
                <a:close/>
              </a:path>
              <a:path w="929640" h="1243964">
                <a:moveTo>
                  <a:pt x="413526" y="0"/>
                </a:moveTo>
                <a:lnTo>
                  <a:pt x="377286" y="24721"/>
                </a:lnTo>
                <a:lnTo>
                  <a:pt x="375140" y="32334"/>
                </a:lnTo>
                <a:lnTo>
                  <a:pt x="375465" y="40951"/>
                </a:lnTo>
                <a:lnTo>
                  <a:pt x="380334" y="102539"/>
                </a:lnTo>
                <a:lnTo>
                  <a:pt x="384591" y="156071"/>
                </a:lnTo>
                <a:lnTo>
                  <a:pt x="388883" y="209599"/>
                </a:lnTo>
                <a:lnTo>
                  <a:pt x="393217" y="263123"/>
                </a:lnTo>
                <a:lnTo>
                  <a:pt x="397600" y="316642"/>
                </a:lnTo>
                <a:lnTo>
                  <a:pt x="402040" y="370156"/>
                </a:lnTo>
                <a:lnTo>
                  <a:pt x="402913" y="381171"/>
                </a:lnTo>
                <a:lnTo>
                  <a:pt x="404064" y="391680"/>
                </a:lnTo>
                <a:lnTo>
                  <a:pt x="406211" y="402069"/>
                </a:lnTo>
                <a:lnTo>
                  <a:pt x="409945" y="411579"/>
                </a:lnTo>
                <a:lnTo>
                  <a:pt x="413734" y="420552"/>
                </a:lnTo>
                <a:lnTo>
                  <a:pt x="414620" y="428369"/>
                </a:lnTo>
                <a:lnTo>
                  <a:pt x="412389" y="435542"/>
                </a:lnTo>
                <a:lnTo>
                  <a:pt x="406825" y="442583"/>
                </a:lnTo>
                <a:lnTo>
                  <a:pt x="405642" y="443738"/>
                </a:lnTo>
                <a:lnTo>
                  <a:pt x="404615" y="444970"/>
                </a:lnTo>
                <a:lnTo>
                  <a:pt x="403223" y="446499"/>
                </a:lnTo>
                <a:lnTo>
                  <a:pt x="443950" y="446499"/>
                </a:lnTo>
                <a:lnTo>
                  <a:pt x="447906" y="443738"/>
                </a:lnTo>
                <a:lnTo>
                  <a:pt x="460101" y="441023"/>
                </a:lnTo>
                <a:lnTo>
                  <a:pt x="514163" y="441023"/>
                </a:lnTo>
                <a:lnTo>
                  <a:pt x="500895" y="424782"/>
                </a:lnTo>
                <a:lnTo>
                  <a:pt x="502672" y="411579"/>
                </a:lnTo>
                <a:lnTo>
                  <a:pt x="502930" y="409924"/>
                </a:lnTo>
                <a:lnTo>
                  <a:pt x="457043" y="409924"/>
                </a:lnTo>
                <a:lnTo>
                  <a:pt x="449272" y="408981"/>
                </a:lnTo>
                <a:lnTo>
                  <a:pt x="430882" y="342829"/>
                </a:lnTo>
                <a:lnTo>
                  <a:pt x="427116" y="297746"/>
                </a:lnTo>
                <a:lnTo>
                  <a:pt x="416594" y="169562"/>
                </a:lnTo>
                <a:lnTo>
                  <a:pt x="410430" y="93555"/>
                </a:lnTo>
                <a:lnTo>
                  <a:pt x="406772" y="47904"/>
                </a:lnTo>
                <a:lnTo>
                  <a:pt x="406668" y="40218"/>
                </a:lnTo>
                <a:lnTo>
                  <a:pt x="406333" y="32553"/>
                </a:lnTo>
                <a:lnTo>
                  <a:pt x="411244" y="31129"/>
                </a:lnTo>
                <a:lnTo>
                  <a:pt x="445918" y="31129"/>
                </a:lnTo>
                <a:lnTo>
                  <a:pt x="445483" y="28721"/>
                </a:lnTo>
                <a:lnTo>
                  <a:pt x="441441" y="17045"/>
                </a:lnTo>
                <a:lnTo>
                  <a:pt x="434429" y="8196"/>
                </a:lnTo>
                <a:lnTo>
                  <a:pt x="424954" y="2429"/>
                </a:lnTo>
                <a:lnTo>
                  <a:pt x="413526" y="0"/>
                </a:lnTo>
                <a:close/>
              </a:path>
              <a:path w="929640" h="1243964">
                <a:moveTo>
                  <a:pt x="546862" y="439207"/>
                </a:moveTo>
                <a:lnTo>
                  <a:pt x="532597" y="440301"/>
                </a:lnTo>
                <a:lnTo>
                  <a:pt x="518560" y="446405"/>
                </a:lnTo>
                <a:lnTo>
                  <a:pt x="578209" y="446405"/>
                </a:lnTo>
                <a:lnTo>
                  <a:pt x="576076" y="445745"/>
                </a:lnTo>
                <a:lnTo>
                  <a:pt x="561355" y="441547"/>
                </a:lnTo>
                <a:lnTo>
                  <a:pt x="546862" y="439207"/>
                </a:lnTo>
                <a:close/>
              </a:path>
              <a:path w="929640" h="1243964">
                <a:moveTo>
                  <a:pt x="445918" y="31129"/>
                </a:moveTo>
                <a:lnTo>
                  <a:pt x="411244" y="31129"/>
                </a:lnTo>
                <a:lnTo>
                  <a:pt x="412762" y="35799"/>
                </a:lnTo>
                <a:lnTo>
                  <a:pt x="414856" y="40365"/>
                </a:lnTo>
                <a:lnTo>
                  <a:pt x="424091" y="93641"/>
                </a:lnTo>
                <a:lnTo>
                  <a:pt x="431858" y="138696"/>
                </a:lnTo>
                <a:lnTo>
                  <a:pt x="473064" y="378637"/>
                </a:lnTo>
                <a:lnTo>
                  <a:pt x="473619" y="381171"/>
                </a:lnTo>
                <a:lnTo>
                  <a:pt x="457043" y="409924"/>
                </a:lnTo>
                <a:lnTo>
                  <a:pt x="502930" y="409924"/>
                </a:lnTo>
                <a:lnTo>
                  <a:pt x="504484" y="399972"/>
                </a:lnTo>
                <a:lnTo>
                  <a:pt x="505613" y="388677"/>
                </a:lnTo>
                <a:lnTo>
                  <a:pt x="505105" y="377925"/>
                </a:lnTo>
                <a:lnTo>
                  <a:pt x="496328" y="323028"/>
                </a:lnTo>
                <a:lnTo>
                  <a:pt x="487127" y="268199"/>
                </a:lnTo>
                <a:lnTo>
                  <a:pt x="477700" y="213408"/>
                </a:lnTo>
                <a:lnTo>
                  <a:pt x="468247" y="158623"/>
                </a:lnTo>
                <a:lnTo>
                  <a:pt x="462673" y="126128"/>
                </a:lnTo>
                <a:lnTo>
                  <a:pt x="457039" y="93555"/>
                </a:lnTo>
                <a:lnTo>
                  <a:pt x="451340" y="61169"/>
                </a:lnTo>
                <a:lnTo>
                  <a:pt x="445918" y="31129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46" name="object 23">
            <a:extLst>
              <a:ext uri="{FF2B5EF4-FFF2-40B4-BE49-F238E27FC236}">
                <a16:creationId xmlns:a16="http://schemas.microsoft.com/office/drawing/2014/main" id="{B814B49E-7449-C53D-0197-00277F28E53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95927" y="2332008"/>
            <a:ext cx="152232" cy="146398"/>
          </a:xfrm>
          <a:prstGeom prst="rect">
            <a:avLst/>
          </a:prstGeom>
        </p:spPr>
      </p:pic>
      <p:sp>
        <p:nvSpPr>
          <p:cNvPr id="47" name="object 24">
            <a:extLst>
              <a:ext uri="{FF2B5EF4-FFF2-40B4-BE49-F238E27FC236}">
                <a16:creationId xmlns:a16="http://schemas.microsoft.com/office/drawing/2014/main" id="{24F3948D-2604-B48F-44B1-1D84252B0DFD}"/>
              </a:ext>
            </a:extLst>
          </p:cNvPr>
          <p:cNvSpPr/>
          <p:nvPr/>
        </p:nvSpPr>
        <p:spPr>
          <a:xfrm>
            <a:off x="4338598" y="2280591"/>
            <a:ext cx="155180" cy="155180"/>
          </a:xfrm>
          <a:custGeom>
            <a:avLst/>
            <a:gdLst/>
            <a:ahLst/>
            <a:cxnLst/>
            <a:rect l="l" t="t" r="r" b="b"/>
            <a:pathLst>
              <a:path w="255904" h="255904">
                <a:moveTo>
                  <a:pt x="0" y="0"/>
                </a:moveTo>
                <a:lnTo>
                  <a:pt x="45911" y="4115"/>
                </a:lnTo>
                <a:lnTo>
                  <a:pt x="89123" y="15979"/>
                </a:lnTo>
                <a:lnTo>
                  <a:pt x="128914" y="34871"/>
                </a:lnTo>
                <a:lnTo>
                  <a:pt x="164561" y="60070"/>
                </a:lnTo>
                <a:lnTo>
                  <a:pt x="195346" y="90854"/>
                </a:lnTo>
                <a:lnTo>
                  <a:pt x="220544" y="126502"/>
                </a:lnTo>
                <a:lnTo>
                  <a:pt x="239436" y="166292"/>
                </a:lnTo>
                <a:lnTo>
                  <a:pt x="251301" y="209504"/>
                </a:lnTo>
                <a:lnTo>
                  <a:pt x="255416" y="255416"/>
                </a:lnTo>
              </a:path>
            </a:pathLst>
          </a:custGeom>
          <a:ln w="36721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25">
            <a:extLst>
              <a:ext uri="{FF2B5EF4-FFF2-40B4-BE49-F238E27FC236}">
                <a16:creationId xmlns:a16="http://schemas.microsoft.com/office/drawing/2014/main" id="{A72350E4-DEB2-66E0-D302-BA1AC6C61E21}"/>
              </a:ext>
            </a:extLst>
          </p:cNvPr>
          <p:cNvSpPr/>
          <p:nvPr/>
        </p:nvSpPr>
        <p:spPr>
          <a:xfrm>
            <a:off x="4493483" y="1383366"/>
            <a:ext cx="563735" cy="754341"/>
          </a:xfrm>
          <a:custGeom>
            <a:avLst/>
            <a:gdLst/>
            <a:ahLst/>
            <a:cxnLst/>
            <a:rect l="l" t="t" r="r" b="b"/>
            <a:pathLst>
              <a:path w="929640" h="1243964">
                <a:moveTo>
                  <a:pt x="359123" y="1211868"/>
                </a:moveTo>
                <a:lnTo>
                  <a:pt x="322754" y="1235878"/>
                </a:lnTo>
                <a:lnTo>
                  <a:pt x="327204" y="1241470"/>
                </a:lnTo>
                <a:lnTo>
                  <a:pt x="338733" y="1243585"/>
                </a:lnTo>
                <a:lnTo>
                  <a:pt x="341350" y="1243637"/>
                </a:lnTo>
                <a:lnTo>
                  <a:pt x="437659" y="1243670"/>
                </a:lnTo>
                <a:lnTo>
                  <a:pt x="578244" y="1243616"/>
                </a:lnTo>
                <a:lnTo>
                  <a:pt x="587425" y="1242636"/>
                </a:lnTo>
                <a:lnTo>
                  <a:pt x="593908" y="1239721"/>
                </a:lnTo>
                <a:lnTo>
                  <a:pt x="597816" y="1234858"/>
                </a:lnTo>
                <a:lnTo>
                  <a:pt x="599269" y="1228035"/>
                </a:lnTo>
                <a:lnTo>
                  <a:pt x="598217" y="1220817"/>
                </a:lnTo>
                <a:lnTo>
                  <a:pt x="594421" y="1215667"/>
                </a:lnTo>
                <a:lnTo>
                  <a:pt x="587752" y="1212530"/>
                </a:lnTo>
                <a:lnTo>
                  <a:pt x="583422" y="1212004"/>
                </a:lnTo>
                <a:lnTo>
                  <a:pt x="383297" y="1212004"/>
                </a:lnTo>
                <a:lnTo>
                  <a:pt x="359123" y="1211868"/>
                </a:lnTo>
                <a:close/>
              </a:path>
              <a:path w="929640" h="1243964">
                <a:moveTo>
                  <a:pt x="590896" y="521094"/>
                </a:moveTo>
                <a:lnTo>
                  <a:pt x="416877" y="521094"/>
                </a:lnTo>
                <a:lnTo>
                  <a:pt x="420196" y="523219"/>
                </a:lnTo>
                <a:lnTo>
                  <a:pt x="383297" y="1212004"/>
                </a:lnTo>
                <a:lnTo>
                  <a:pt x="583422" y="1212004"/>
                </a:lnTo>
                <a:lnTo>
                  <a:pt x="578076" y="1211355"/>
                </a:lnTo>
                <a:lnTo>
                  <a:pt x="573672" y="1211303"/>
                </a:lnTo>
                <a:lnTo>
                  <a:pt x="538716" y="1211303"/>
                </a:lnTo>
                <a:lnTo>
                  <a:pt x="538668" y="1210444"/>
                </a:lnTo>
                <a:lnTo>
                  <a:pt x="415474" y="1210444"/>
                </a:lnTo>
                <a:lnTo>
                  <a:pt x="452185" y="540538"/>
                </a:lnTo>
                <a:lnTo>
                  <a:pt x="501244" y="540538"/>
                </a:lnTo>
                <a:lnTo>
                  <a:pt x="500298" y="523617"/>
                </a:lnTo>
                <a:lnTo>
                  <a:pt x="602466" y="523617"/>
                </a:lnTo>
                <a:lnTo>
                  <a:pt x="590896" y="521094"/>
                </a:lnTo>
                <a:close/>
              </a:path>
              <a:path w="929640" h="1243964">
                <a:moveTo>
                  <a:pt x="558769" y="1211235"/>
                </a:moveTo>
                <a:lnTo>
                  <a:pt x="538716" y="1211303"/>
                </a:lnTo>
                <a:lnTo>
                  <a:pt x="573672" y="1211303"/>
                </a:lnTo>
                <a:lnTo>
                  <a:pt x="568470" y="1211241"/>
                </a:lnTo>
                <a:lnTo>
                  <a:pt x="558769" y="1211235"/>
                </a:lnTo>
                <a:close/>
              </a:path>
              <a:path w="929640" h="1243964">
                <a:moveTo>
                  <a:pt x="501244" y="540538"/>
                </a:moveTo>
                <a:lnTo>
                  <a:pt x="468247" y="540538"/>
                </a:lnTo>
                <a:lnTo>
                  <a:pt x="505094" y="1210444"/>
                </a:lnTo>
                <a:lnTo>
                  <a:pt x="538668" y="1210444"/>
                </a:lnTo>
                <a:lnTo>
                  <a:pt x="501244" y="540538"/>
                </a:lnTo>
                <a:close/>
              </a:path>
              <a:path w="929640" h="1243964">
                <a:moveTo>
                  <a:pt x="378006" y="440923"/>
                </a:moveTo>
                <a:lnTo>
                  <a:pt x="365513" y="442782"/>
                </a:lnTo>
                <a:lnTo>
                  <a:pt x="352994" y="446687"/>
                </a:lnTo>
                <a:lnTo>
                  <a:pt x="278873" y="474192"/>
                </a:lnTo>
                <a:lnTo>
                  <a:pt x="36627" y="563522"/>
                </a:lnTo>
                <a:lnTo>
                  <a:pt x="25501" y="568196"/>
                </a:lnTo>
                <a:lnTo>
                  <a:pt x="15537" y="574058"/>
                </a:lnTo>
                <a:lnTo>
                  <a:pt x="6961" y="581612"/>
                </a:lnTo>
                <a:lnTo>
                  <a:pt x="0" y="591364"/>
                </a:lnTo>
                <a:lnTo>
                  <a:pt x="0" y="609489"/>
                </a:lnTo>
                <a:lnTo>
                  <a:pt x="10769" y="626927"/>
                </a:lnTo>
                <a:lnTo>
                  <a:pt x="22228" y="636255"/>
                </a:lnTo>
                <a:lnTo>
                  <a:pt x="36771" y="638535"/>
                </a:lnTo>
                <a:lnTo>
                  <a:pt x="56794" y="634828"/>
                </a:lnTo>
                <a:lnTo>
                  <a:pt x="179514" y="601793"/>
                </a:lnTo>
                <a:lnTo>
                  <a:pt x="32103" y="601793"/>
                </a:lnTo>
                <a:lnTo>
                  <a:pt x="30491" y="596955"/>
                </a:lnTo>
                <a:lnTo>
                  <a:pt x="33925" y="595123"/>
                </a:lnTo>
                <a:lnTo>
                  <a:pt x="37203" y="592872"/>
                </a:lnTo>
                <a:lnTo>
                  <a:pt x="364303" y="471399"/>
                </a:lnTo>
                <a:lnTo>
                  <a:pt x="374768" y="468919"/>
                </a:lnTo>
                <a:lnTo>
                  <a:pt x="429081" y="468919"/>
                </a:lnTo>
                <a:lnTo>
                  <a:pt x="430660" y="461165"/>
                </a:lnTo>
                <a:lnTo>
                  <a:pt x="437662" y="450888"/>
                </a:lnTo>
                <a:lnTo>
                  <a:pt x="443950" y="446499"/>
                </a:lnTo>
                <a:lnTo>
                  <a:pt x="403223" y="446499"/>
                </a:lnTo>
                <a:lnTo>
                  <a:pt x="390551" y="441899"/>
                </a:lnTo>
                <a:lnTo>
                  <a:pt x="378006" y="440923"/>
                </a:lnTo>
                <a:close/>
              </a:path>
              <a:path w="929640" h="1243964">
                <a:moveTo>
                  <a:pt x="602466" y="523617"/>
                </a:moveTo>
                <a:lnTo>
                  <a:pt x="500298" y="523617"/>
                </a:lnTo>
                <a:lnTo>
                  <a:pt x="510930" y="528740"/>
                </a:lnTo>
                <a:lnTo>
                  <a:pt x="520956" y="533795"/>
                </a:lnTo>
                <a:lnTo>
                  <a:pt x="813889" y="601301"/>
                </a:lnTo>
                <a:lnTo>
                  <a:pt x="878968" y="615279"/>
                </a:lnTo>
                <a:lnTo>
                  <a:pt x="885762" y="616141"/>
                </a:lnTo>
                <a:lnTo>
                  <a:pt x="892835" y="616008"/>
                </a:lnTo>
                <a:lnTo>
                  <a:pt x="927894" y="590214"/>
                </a:lnTo>
                <a:lnTo>
                  <a:pt x="928517" y="585940"/>
                </a:lnTo>
                <a:lnTo>
                  <a:pt x="892789" y="585940"/>
                </a:lnTo>
                <a:lnTo>
                  <a:pt x="888873" y="585500"/>
                </a:lnTo>
                <a:lnTo>
                  <a:pt x="884884" y="585395"/>
                </a:lnTo>
                <a:lnTo>
                  <a:pt x="602466" y="523617"/>
                </a:lnTo>
                <a:close/>
              </a:path>
              <a:path w="929640" h="1243964">
                <a:moveTo>
                  <a:pt x="429081" y="468919"/>
                </a:moveTo>
                <a:lnTo>
                  <a:pt x="374768" y="468919"/>
                </a:lnTo>
                <a:lnTo>
                  <a:pt x="383273" y="469882"/>
                </a:lnTo>
                <a:lnTo>
                  <a:pt x="389694" y="474192"/>
                </a:lnTo>
                <a:lnTo>
                  <a:pt x="393904" y="481754"/>
                </a:lnTo>
                <a:lnTo>
                  <a:pt x="394836" y="490983"/>
                </a:lnTo>
                <a:lnTo>
                  <a:pt x="391813" y="499596"/>
                </a:lnTo>
                <a:lnTo>
                  <a:pt x="385365" y="506620"/>
                </a:lnTo>
                <a:lnTo>
                  <a:pt x="376019" y="511083"/>
                </a:lnTo>
                <a:lnTo>
                  <a:pt x="40166" y="601280"/>
                </a:lnTo>
                <a:lnTo>
                  <a:pt x="36072" y="601301"/>
                </a:lnTo>
                <a:lnTo>
                  <a:pt x="32103" y="601793"/>
                </a:lnTo>
                <a:lnTo>
                  <a:pt x="179514" y="601793"/>
                </a:lnTo>
                <a:lnTo>
                  <a:pt x="341277" y="558161"/>
                </a:lnTo>
                <a:lnTo>
                  <a:pt x="362085" y="553104"/>
                </a:lnTo>
                <a:lnTo>
                  <a:pt x="382505" y="547146"/>
                </a:lnTo>
                <a:lnTo>
                  <a:pt x="401211" y="537430"/>
                </a:lnTo>
                <a:lnTo>
                  <a:pt x="416877" y="521094"/>
                </a:lnTo>
                <a:lnTo>
                  <a:pt x="590896" y="521094"/>
                </a:lnTo>
                <a:lnTo>
                  <a:pt x="545480" y="511188"/>
                </a:lnTo>
                <a:lnTo>
                  <a:pt x="538036" y="508998"/>
                </a:lnTo>
                <a:lnTo>
                  <a:pt x="531839" y="505574"/>
                </a:lnTo>
                <a:lnTo>
                  <a:pt x="531086" y="504738"/>
                </a:lnTo>
                <a:lnTo>
                  <a:pt x="459776" y="504738"/>
                </a:lnTo>
                <a:lnTo>
                  <a:pt x="448020" y="501995"/>
                </a:lnTo>
                <a:lnTo>
                  <a:pt x="437998" y="494996"/>
                </a:lnTo>
                <a:lnTo>
                  <a:pt x="430970" y="485000"/>
                </a:lnTo>
                <a:lnTo>
                  <a:pt x="428196" y="473263"/>
                </a:lnTo>
                <a:lnTo>
                  <a:pt x="429081" y="468919"/>
                </a:lnTo>
                <a:close/>
              </a:path>
              <a:path w="929640" h="1243964">
                <a:moveTo>
                  <a:pt x="660449" y="471796"/>
                </a:moveTo>
                <a:lnTo>
                  <a:pt x="541797" y="471796"/>
                </a:lnTo>
                <a:lnTo>
                  <a:pt x="554443" y="473095"/>
                </a:lnTo>
                <a:lnTo>
                  <a:pt x="558008" y="474192"/>
                </a:lnTo>
                <a:lnTo>
                  <a:pt x="885428" y="576903"/>
                </a:lnTo>
                <a:lnTo>
                  <a:pt x="889732" y="579134"/>
                </a:lnTo>
                <a:lnTo>
                  <a:pt x="894150" y="580987"/>
                </a:lnTo>
                <a:lnTo>
                  <a:pt x="892789" y="585940"/>
                </a:lnTo>
                <a:lnTo>
                  <a:pt x="928517" y="585940"/>
                </a:lnTo>
                <a:lnTo>
                  <a:pt x="929364" y="580128"/>
                </a:lnTo>
                <a:lnTo>
                  <a:pt x="926972" y="568511"/>
                </a:lnTo>
                <a:lnTo>
                  <a:pt x="920842" y="558510"/>
                </a:lnTo>
                <a:lnTo>
                  <a:pt x="911242" y="550486"/>
                </a:lnTo>
                <a:lnTo>
                  <a:pt x="898443" y="544800"/>
                </a:lnTo>
                <a:lnTo>
                  <a:pt x="660449" y="471796"/>
                </a:lnTo>
                <a:close/>
              </a:path>
              <a:path w="929640" h="1243964">
                <a:moveTo>
                  <a:pt x="514163" y="441023"/>
                </a:moveTo>
                <a:lnTo>
                  <a:pt x="460101" y="441023"/>
                </a:lnTo>
                <a:lnTo>
                  <a:pt x="472401" y="443549"/>
                </a:lnTo>
                <a:lnTo>
                  <a:pt x="482599" y="450486"/>
                </a:lnTo>
                <a:lnTo>
                  <a:pt x="489540" y="460677"/>
                </a:lnTo>
                <a:lnTo>
                  <a:pt x="492068" y="472969"/>
                </a:lnTo>
                <a:lnTo>
                  <a:pt x="489386" y="485187"/>
                </a:lnTo>
                <a:lnTo>
                  <a:pt x="482279" y="495372"/>
                </a:lnTo>
                <a:lnTo>
                  <a:pt x="471994" y="502298"/>
                </a:lnTo>
                <a:lnTo>
                  <a:pt x="459776" y="504738"/>
                </a:lnTo>
                <a:lnTo>
                  <a:pt x="531086" y="504738"/>
                </a:lnTo>
                <a:lnTo>
                  <a:pt x="527225" y="500452"/>
                </a:lnTo>
                <a:lnTo>
                  <a:pt x="524528" y="493168"/>
                </a:lnTo>
                <a:lnTo>
                  <a:pt x="525453" y="482828"/>
                </a:lnTo>
                <a:lnTo>
                  <a:pt x="531672" y="475372"/>
                </a:lnTo>
                <a:lnTo>
                  <a:pt x="541797" y="471796"/>
                </a:lnTo>
                <a:lnTo>
                  <a:pt x="660449" y="471796"/>
                </a:lnTo>
                <a:lnTo>
                  <a:pt x="578209" y="446405"/>
                </a:lnTo>
                <a:lnTo>
                  <a:pt x="518560" y="446405"/>
                </a:lnTo>
                <a:lnTo>
                  <a:pt x="514163" y="441023"/>
                </a:lnTo>
                <a:close/>
              </a:path>
              <a:path w="929640" h="1243964">
                <a:moveTo>
                  <a:pt x="413526" y="0"/>
                </a:moveTo>
                <a:lnTo>
                  <a:pt x="377286" y="24721"/>
                </a:lnTo>
                <a:lnTo>
                  <a:pt x="375140" y="32334"/>
                </a:lnTo>
                <a:lnTo>
                  <a:pt x="375465" y="40951"/>
                </a:lnTo>
                <a:lnTo>
                  <a:pt x="380334" y="102539"/>
                </a:lnTo>
                <a:lnTo>
                  <a:pt x="384591" y="156071"/>
                </a:lnTo>
                <a:lnTo>
                  <a:pt x="388883" y="209599"/>
                </a:lnTo>
                <a:lnTo>
                  <a:pt x="393217" y="263123"/>
                </a:lnTo>
                <a:lnTo>
                  <a:pt x="397600" y="316642"/>
                </a:lnTo>
                <a:lnTo>
                  <a:pt x="402040" y="370156"/>
                </a:lnTo>
                <a:lnTo>
                  <a:pt x="402913" y="381171"/>
                </a:lnTo>
                <a:lnTo>
                  <a:pt x="404064" y="391680"/>
                </a:lnTo>
                <a:lnTo>
                  <a:pt x="406211" y="402069"/>
                </a:lnTo>
                <a:lnTo>
                  <a:pt x="409945" y="411579"/>
                </a:lnTo>
                <a:lnTo>
                  <a:pt x="413732" y="420552"/>
                </a:lnTo>
                <a:lnTo>
                  <a:pt x="414616" y="428369"/>
                </a:lnTo>
                <a:lnTo>
                  <a:pt x="412385" y="435542"/>
                </a:lnTo>
                <a:lnTo>
                  <a:pt x="406825" y="442583"/>
                </a:lnTo>
                <a:lnTo>
                  <a:pt x="405642" y="443738"/>
                </a:lnTo>
                <a:lnTo>
                  <a:pt x="404615" y="444981"/>
                </a:lnTo>
                <a:lnTo>
                  <a:pt x="403223" y="446499"/>
                </a:lnTo>
                <a:lnTo>
                  <a:pt x="443950" y="446499"/>
                </a:lnTo>
                <a:lnTo>
                  <a:pt x="447906" y="443738"/>
                </a:lnTo>
                <a:lnTo>
                  <a:pt x="460101" y="441023"/>
                </a:lnTo>
                <a:lnTo>
                  <a:pt x="514163" y="441023"/>
                </a:lnTo>
                <a:lnTo>
                  <a:pt x="500895" y="424782"/>
                </a:lnTo>
                <a:lnTo>
                  <a:pt x="502672" y="411579"/>
                </a:lnTo>
                <a:lnTo>
                  <a:pt x="502930" y="409924"/>
                </a:lnTo>
                <a:lnTo>
                  <a:pt x="457043" y="409924"/>
                </a:lnTo>
                <a:lnTo>
                  <a:pt x="449272" y="408981"/>
                </a:lnTo>
                <a:lnTo>
                  <a:pt x="430882" y="342829"/>
                </a:lnTo>
                <a:lnTo>
                  <a:pt x="427116" y="297746"/>
                </a:lnTo>
                <a:lnTo>
                  <a:pt x="416594" y="169562"/>
                </a:lnTo>
                <a:lnTo>
                  <a:pt x="410430" y="93555"/>
                </a:lnTo>
                <a:lnTo>
                  <a:pt x="406772" y="47904"/>
                </a:lnTo>
                <a:lnTo>
                  <a:pt x="406668" y="40218"/>
                </a:lnTo>
                <a:lnTo>
                  <a:pt x="406333" y="32553"/>
                </a:lnTo>
                <a:lnTo>
                  <a:pt x="411244" y="31129"/>
                </a:lnTo>
                <a:lnTo>
                  <a:pt x="445918" y="31129"/>
                </a:lnTo>
                <a:lnTo>
                  <a:pt x="445483" y="28721"/>
                </a:lnTo>
                <a:lnTo>
                  <a:pt x="441441" y="17045"/>
                </a:lnTo>
                <a:lnTo>
                  <a:pt x="434429" y="8196"/>
                </a:lnTo>
                <a:lnTo>
                  <a:pt x="424954" y="2429"/>
                </a:lnTo>
                <a:lnTo>
                  <a:pt x="413526" y="0"/>
                </a:lnTo>
                <a:close/>
              </a:path>
              <a:path w="929640" h="1243964">
                <a:moveTo>
                  <a:pt x="546862" y="439207"/>
                </a:moveTo>
                <a:lnTo>
                  <a:pt x="532597" y="440301"/>
                </a:lnTo>
                <a:lnTo>
                  <a:pt x="518560" y="446405"/>
                </a:lnTo>
                <a:lnTo>
                  <a:pt x="578209" y="446405"/>
                </a:lnTo>
                <a:lnTo>
                  <a:pt x="576076" y="445745"/>
                </a:lnTo>
                <a:lnTo>
                  <a:pt x="561355" y="441547"/>
                </a:lnTo>
                <a:lnTo>
                  <a:pt x="546862" y="439207"/>
                </a:lnTo>
                <a:close/>
              </a:path>
              <a:path w="929640" h="1243964">
                <a:moveTo>
                  <a:pt x="445918" y="31129"/>
                </a:moveTo>
                <a:lnTo>
                  <a:pt x="411244" y="31129"/>
                </a:lnTo>
                <a:lnTo>
                  <a:pt x="412762" y="35799"/>
                </a:lnTo>
                <a:lnTo>
                  <a:pt x="414856" y="40365"/>
                </a:lnTo>
                <a:lnTo>
                  <a:pt x="424091" y="93641"/>
                </a:lnTo>
                <a:lnTo>
                  <a:pt x="431858" y="138696"/>
                </a:lnTo>
                <a:lnTo>
                  <a:pt x="473064" y="378637"/>
                </a:lnTo>
                <a:lnTo>
                  <a:pt x="473619" y="381171"/>
                </a:lnTo>
                <a:lnTo>
                  <a:pt x="457043" y="409924"/>
                </a:lnTo>
                <a:lnTo>
                  <a:pt x="502930" y="409924"/>
                </a:lnTo>
                <a:lnTo>
                  <a:pt x="504484" y="399972"/>
                </a:lnTo>
                <a:lnTo>
                  <a:pt x="505613" y="388677"/>
                </a:lnTo>
                <a:lnTo>
                  <a:pt x="505105" y="377925"/>
                </a:lnTo>
                <a:lnTo>
                  <a:pt x="496328" y="323028"/>
                </a:lnTo>
                <a:lnTo>
                  <a:pt x="487127" y="268199"/>
                </a:lnTo>
                <a:lnTo>
                  <a:pt x="477700" y="213408"/>
                </a:lnTo>
                <a:lnTo>
                  <a:pt x="468247" y="158623"/>
                </a:lnTo>
                <a:lnTo>
                  <a:pt x="462673" y="126128"/>
                </a:lnTo>
                <a:lnTo>
                  <a:pt x="457039" y="93555"/>
                </a:lnTo>
                <a:lnTo>
                  <a:pt x="451340" y="61169"/>
                </a:lnTo>
                <a:lnTo>
                  <a:pt x="445918" y="31129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49" name="object 26">
            <a:extLst>
              <a:ext uri="{FF2B5EF4-FFF2-40B4-BE49-F238E27FC236}">
                <a16:creationId xmlns:a16="http://schemas.microsoft.com/office/drawing/2014/main" id="{974C43A5-1553-071D-A2FB-445F461194C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19173" y="1501743"/>
            <a:ext cx="152232" cy="146399"/>
          </a:xfrm>
          <a:prstGeom prst="rect">
            <a:avLst/>
          </a:prstGeom>
        </p:spPr>
      </p:pic>
      <p:sp>
        <p:nvSpPr>
          <p:cNvPr id="50" name="object 27">
            <a:extLst>
              <a:ext uri="{FF2B5EF4-FFF2-40B4-BE49-F238E27FC236}">
                <a16:creationId xmlns:a16="http://schemas.microsoft.com/office/drawing/2014/main" id="{558D14B8-4A08-923E-D049-9048AD2A8A18}"/>
              </a:ext>
            </a:extLst>
          </p:cNvPr>
          <p:cNvSpPr/>
          <p:nvPr/>
        </p:nvSpPr>
        <p:spPr>
          <a:xfrm>
            <a:off x="4861844" y="1450327"/>
            <a:ext cx="155180" cy="155180"/>
          </a:xfrm>
          <a:custGeom>
            <a:avLst/>
            <a:gdLst/>
            <a:ahLst/>
            <a:cxnLst/>
            <a:rect l="l" t="t" r="r" b="b"/>
            <a:pathLst>
              <a:path w="255904" h="255905">
                <a:moveTo>
                  <a:pt x="0" y="0"/>
                </a:moveTo>
                <a:lnTo>
                  <a:pt x="45911" y="4115"/>
                </a:lnTo>
                <a:lnTo>
                  <a:pt x="89123" y="15979"/>
                </a:lnTo>
                <a:lnTo>
                  <a:pt x="128914" y="34871"/>
                </a:lnTo>
                <a:lnTo>
                  <a:pt x="164561" y="60070"/>
                </a:lnTo>
                <a:lnTo>
                  <a:pt x="195346" y="90854"/>
                </a:lnTo>
                <a:lnTo>
                  <a:pt x="220544" y="126502"/>
                </a:lnTo>
                <a:lnTo>
                  <a:pt x="239436" y="166292"/>
                </a:lnTo>
                <a:lnTo>
                  <a:pt x="251301" y="209504"/>
                </a:lnTo>
                <a:lnTo>
                  <a:pt x="255416" y="255416"/>
                </a:lnTo>
              </a:path>
            </a:pathLst>
          </a:custGeom>
          <a:ln w="36721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28">
            <a:extLst>
              <a:ext uri="{FF2B5EF4-FFF2-40B4-BE49-F238E27FC236}">
                <a16:creationId xmlns:a16="http://schemas.microsoft.com/office/drawing/2014/main" id="{DB56D734-B87E-DEBB-CC26-C22CEDEA73DC}"/>
              </a:ext>
            </a:extLst>
          </p:cNvPr>
          <p:cNvSpPr/>
          <p:nvPr/>
        </p:nvSpPr>
        <p:spPr>
          <a:xfrm>
            <a:off x="4746465" y="2367472"/>
            <a:ext cx="563735" cy="754341"/>
          </a:xfrm>
          <a:custGeom>
            <a:avLst/>
            <a:gdLst/>
            <a:ahLst/>
            <a:cxnLst/>
            <a:rect l="l" t="t" r="r" b="b"/>
            <a:pathLst>
              <a:path w="929640" h="1243964">
                <a:moveTo>
                  <a:pt x="359123" y="1211868"/>
                </a:moveTo>
                <a:lnTo>
                  <a:pt x="322754" y="1235878"/>
                </a:lnTo>
                <a:lnTo>
                  <a:pt x="327204" y="1241470"/>
                </a:lnTo>
                <a:lnTo>
                  <a:pt x="338733" y="1243585"/>
                </a:lnTo>
                <a:lnTo>
                  <a:pt x="341350" y="1243637"/>
                </a:lnTo>
                <a:lnTo>
                  <a:pt x="437659" y="1243670"/>
                </a:lnTo>
                <a:lnTo>
                  <a:pt x="578244" y="1243616"/>
                </a:lnTo>
                <a:lnTo>
                  <a:pt x="587425" y="1242636"/>
                </a:lnTo>
                <a:lnTo>
                  <a:pt x="593908" y="1239721"/>
                </a:lnTo>
                <a:lnTo>
                  <a:pt x="597816" y="1234858"/>
                </a:lnTo>
                <a:lnTo>
                  <a:pt x="599269" y="1228035"/>
                </a:lnTo>
                <a:lnTo>
                  <a:pt x="598217" y="1220817"/>
                </a:lnTo>
                <a:lnTo>
                  <a:pt x="594421" y="1215667"/>
                </a:lnTo>
                <a:lnTo>
                  <a:pt x="587752" y="1212530"/>
                </a:lnTo>
                <a:lnTo>
                  <a:pt x="583422" y="1212004"/>
                </a:lnTo>
                <a:lnTo>
                  <a:pt x="383297" y="1212004"/>
                </a:lnTo>
                <a:lnTo>
                  <a:pt x="359123" y="1211868"/>
                </a:lnTo>
                <a:close/>
              </a:path>
              <a:path w="929640" h="1243964">
                <a:moveTo>
                  <a:pt x="590896" y="521094"/>
                </a:moveTo>
                <a:lnTo>
                  <a:pt x="416877" y="521094"/>
                </a:lnTo>
                <a:lnTo>
                  <a:pt x="420196" y="523219"/>
                </a:lnTo>
                <a:lnTo>
                  <a:pt x="383297" y="1212004"/>
                </a:lnTo>
                <a:lnTo>
                  <a:pt x="583422" y="1212004"/>
                </a:lnTo>
                <a:lnTo>
                  <a:pt x="578076" y="1211355"/>
                </a:lnTo>
                <a:lnTo>
                  <a:pt x="573672" y="1211303"/>
                </a:lnTo>
                <a:lnTo>
                  <a:pt x="538716" y="1211303"/>
                </a:lnTo>
                <a:lnTo>
                  <a:pt x="538668" y="1210444"/>
                </a:lnTo>
                <a:lnTo>
                  <a:pt x="415474" y="1210444"/>
                </a:lnTo>
                <a:lnTo>
                  <a:pt x="452185" y="540538"/>
                </a:lnTo>
                <a:lnTo>
                  <a:pt x="501244" y="540538"/>
                </a:lnTo>
                <a:lnTo>
                  <a:pt x="500298" y="523617"/>
                </a:lnTo>
                <a:lnTo>
                  <a:pt x="602466" y="523617"/>
                </a:lnTo>
                <a:lnTo>
                  <a:pt x="590896" y="521094"/>
                </a:lnTo>
                <a:close/>
              </a:path>
              <a:path w="929640" h="1243964">
                <a:moveTo>
                  <a:pt x="558769" y="1211235"/>
                </a:moveTo>
                <a:lnTo>
                  <a:pt x="538716" y="1211303"/>
                </a:lnTo>
                <a:lnTo>
                  <a:pt x="573672" y="1211303"/>
                </a:lnTo>
                <a:lnTo>
                  <a:pt x="568470" y="1211241"/>
                </a:lnTo>
                <a:lnTo>
                  <a:pt x="558769" y="1211235"/>
                </a:lnTo>
                <a:close/>
              </a:path>
              <a:path w="929640" h="1243964">
                <a:moveTo>
                  <a:pt x="501244" y="540538"/>
                </a:moveTo>
                <a:lnTo>
                  <a:pt x="468247" y="540538"/>
                </a:lnTo>
                <a:lnTo>
                  <a:pt x="505094" y="1210444"/>
                </a:lnTo>
                <a:lnTo>
                  <a:pt x="538668" y="1210444"/>
                </a:lnTo>
                <a:lnTo>
                  <a:pt x="501244" y="540538"/>
                </a:lnTo>
                <a:close/>
              </a:path>
              <a:path w="929640" h="1243964">
                <a:moveTo>
                  <a:pt x="378006" y="440923"/>
                </a:moveTo>
                <a:lnTo>
                  <a:pt x="365513" y="442782"/>
                </a:lnTo>
                <a:lnTo>
                  <a:pt x="352994" y="446687"/>
                </a:lnTo>
                <a:lnTo>
                  <a:pt x="278873" y="474192"/>
                </a:lnTo>
                <a:lnTo>
                  <a:pt x="36627" y="563522"/>
                </a:lnTo>
                <a:lnTo>
                  <a:pt x="25501" y="568196"/>
                </a:lnTo>
                <a:lnTo>
                  <a:pt x="15537" y="574058"/>
                </a:lnTo>
                <a:lnTo>
                  <a:pt x="6961" y="581612"/>
                </a:lnTo>
                <a:lnTo>
                  <a:pt x="0" y="591364"/>
                </a:lnTo>
                <a:lnTo>
                  <a:pt x="0" y="609489"/>
                </a:lnTo>
                <a:lnTo>
                  <a:pt x="10769" y="626927"/>
                </a:lnTo>
                <a:lnTo>
                  <a:pt x="22228" y="636255"/>
                </a:lnTo>
                <a:lnTo>
                  <a:pt x="36771" y="638535"/>
                </a:lnTo>
                <a:lnTo>
                  <a:pt x="56794" y="634828"/>
                </a:lnTo>
                <a:lnTo>
                  <a:pt x="179514" y="601793"/>
                </a:lnTo>
                <a:lnTo>
                  <a:pt x="32103" y="601793"/>
                </a:lnTo>
                <a:lnTo>
                  <a:pt x="30491" y="596955"/>
                </a:lnTo>
                <a:lnTo>
                  <a:pt x="33925" y="595123"/>
                </a:lnTo>
                <a:lnTo>
                  <a:pt x="37203" y="592872"/>
                </a:lnTo>
                <a:lnTo>
                  <a:pt x="364303" y="471399"/>
                </a:lnTo>
                <a:lnTo>
                  <a:pt x="374768" y="468919"/>
                </a:lnTo>
                <a:lnTo>
                  <a:pt x="429081" y="468919"/>
                </a:lnTo>
                <a:lnTo>
                  <a:pt x="430660" y="461165"/>
                </a:lnTo>
                <a:lnTo>
                  <a:pt x="437662" y="450888"/>
                </a:lnTo>
                <a:lnTo>
                  <a:pt x="443950" y="446499"/>
                </a:lnTo>
                <a:lnTo>
                  <a:pt x="403223" y="446499"/>
                </a:lnTo>
                <a:lnTo>
                  <a:pt x="390551" y="441899"/>
                </a:lnTo>
                <a:lnTo>
                  <a:pt x="378006" y="440923"/>
                </a:lnTo>
                <a:close/>
              </a:path>
              <a:path w="929640" h="1243964">
                <a:moveTo>
                  <a:pt x="602466" y="523617"/>
                </a:moveTo>
                <a:lnTo>
                  <a:pt x="500298" y="523617"/>
                </a:lnTo>
                <a:lnTo>
                  <a:pt x="510930" y="528740"/>
                </a:lnTo>
                <a:lnTo>
                  <a:pt x="520956" y="533795"/>
                </a:lnTo>
                <a:lnTo>
                  <a:pt x="813889" y="601301"/>
                </a:lnTo>
                <a:lnTo>
                  <a:pt x="878968" y="615279"/>
                </a:lnTo>
                <a:lnTo>
                  <a:pt x="885762" y="616141"/>
                </a:lnTo>
                <a:lnTo>
                  <a:pt x="892835" y="616008"/>
                </a:lnTo>
                <a:lnTo>
                  <a:pt x="927894" y="590214"/>
                </a:lnTo>
                <a:lnTo>
                  <a:pt x="928517" y="585940"/>
                </a:lnTo>
                <a:lnTo>
                  <a:pt x="892789" y="585940"/>
                </a:lnTo>
                <a:lnTo>
                  <a:pt x="888873" y="585500"/>
                </a:lnTo>
                <a:lnTo>
                  <a:pt x="884884" y="585395"/>
                </a:lnTo>
                <a:lnTo>
                  <a:pt x="602466" y="523617"/>
                </a:lnTo>
                <a:close/>
              </a:path>
              <a:path w="929640" h="1243964">
                <a:moveTo>
                  <a:pt x="429081" y="468919"/>
                </a:moveTo>
                <a:lnTo>
                  <a:pt x="374768" y="468919"/>
                </a:lnTo>
                <a:lnTo>
                  <a:pt x="383273" y="469882"/>
                </a:lnTo>
                <a:lnTo>
                  <a:pt x="389694" y="474192"/>
                </a:lnTo>
                <a:lnTo>
                  <a:pt x="393904" y="481754"/>
                </a:lnTo>
                <a:lnTo>
                  <a:pt x="394836" y="490983"/>
                </a:lnTo>
                <a:lnTo>
                  <a:pt x="391813" y="499596"/>
                </a:lnTo>
                <a:lnTo>
                  <a:pt x="385365" y="506620"/>
                </a:lnTo>
                <a:lnTo>
                  <a:pt x="376019" y="511083"/>
                </a:lnTo>
                <a:lnTo>
                  <a:pt x="40166" y="601280"/>
                </a:lnTo>
                <a:lnTo>
                  <a:pt x="36072" y="601301"/>
                </a:lnTo>
                <a:lnTo>
                  <a:pt x="32103" y="601793"/>
                </a:lnTo>
                <a:lnTo>
                  <a:pt x="179514" y="601793"/>
                </a:lnTo>
                <a:lnTo>
                  <a:pt x="341277" y="558161"/>
                </a:lnTo>
                <a:lnTo>
                  <a:pt x="362085" y="553104"/>
                </a:lnTo>
                <a:lnTo>
                  <a:pt x="382505" y="547146"/>
                </a:lnTo>
                <a:lnTo>
                  <a:pt x="401211" y="537430"/>
                </a:lnTo>
                <a:lnTo>
                  <a:pt x="416877" y="521094"/>
                </a:lnTo>
                <a:lnTo>
                  <a:pt x="590896" y="521094"/>
                </a:lnTo>
                <a:lnTo>
                  <a:pt x="545480" y="511188"/>
                </a:lnTo>
                <a:lnTo>
                  <a:pt x="538036" y="508998"/>
                </a:lnTo>
                <a:lnTo>
                  <a:pt x="531839" y="505574"/>
                </a:lnTo>
                <a:lnTo>
                  <a:pt x="531086" y="504738"/>
                </a:lnTo>
                <a:lnTo>
                  <a:pt x="459776" y="504738"/>
                </a:lnTo>
                <a:lnTo>
                  <a:pt x="448020" y="501995"/>
                </a:lnTo>
                <a:lnTo>
                  <a:pt x="437998" y="494996"/>
                </a:lnTo>
                <a:lnTo>
                  <a:pt x="430970" y="485000"/>
                </a:lnTo>
                <a:lnTo>
                  <a:pt x="428196" y="473263"/>
                </a:lnTo>
                <a:lnTo>
                  <a:pt x="429081" y="468919"/>
                </a:lnTo>
                <a:close/>
              </a:path>
              <a:path w="929640" h="1243964">
                <a:moveTo>
                  <a:pt x="660449" y="471796"/>
                </a:moveTo>
                <a:lnTo>
                  <a:pt x="541797" y="471796"/>
                </a:lnTo>
                <a:lnTo>
                  <a:pt x="554443" y="473095"/>
                </a:lnTo>
                <a:lnTo>
                  <a:pt x="558008" y="474192"/>
                </a:lnTo>
                <a:lnTo>
                  <a:pt x="885428" y="576903"/>
                </a:lnTo>
                <a:lnTo>
                  <a:pt x="889732" y="579134"/>
                </a:lnTo>
                <a:lnTo>
                  <a:pt x="894150" y="580987"/>
                </a:lnTo>
                <a:lnTo>
                  <a:pt x="892789" y="585940"/>
                </a:lnTo>
                <a:lnTo>
                  <a:pt x="928517" y="585940"/>
                </a:lnTo>
                <a:lnTo>
                  <a:pt x="929364" y="580128"/>
                </a:lnTo>
                <a:lnTo>
                  <a:pt x="926972" y="568511"/>
                </a:lnTo>
                <a:lnTo>
                  <a:pt x="920842" y="558510"/>
                </a:lnTo>
                <a:lnTo>
                  <a:pt x="911242" y="550486"/>
                </a:lnTo>
                <a:lnTo>
                  <a:pt x="898443" y="544800"/>
                </a:lnTo>
                <a:lnTo>
                  <a:pt x="660449" y="471796"/>
                </a:lnTo>
                <a:close/>
              </a:path>
              <a:path w="929640" h="1243964">
                <a:moveTo>
                  <a:pt x="514163" y="441023"/>
                </a:moveTo>
                <a:lnTo>
                  <a:pt x="460101" y="441023"/>
                </a:lnTo>
                <a:lnTo>
                  <a:pt x="472401" y="443549"/>
                </a:lnTo>
                <a:lnTo>
                  <a:pt x="482599" y="450486"/>
                </a:lnTo>
                <a:lnTo>
                  <a:pt x="489540" y="460677"/>
                </a:lnTo>
                <a:lnTo>
                  <a:pt x="492068" y="472969"/>
                </a:lnTo>
                <a:lnTo>
                  <a:pt x="489386" y="485187"/>
                </a:lnTo>
                <a:lnTo>
                  <a:pt x="482279" y="495372"/>
                </a:lnTo>
                <a:lnTo>
                  <a:pt x="471994" y="502298"/>
                </a:lnTo>
                <a:lnTo>
                  <a:pt x="459776" y="504738"/>
                </a:lnTo>
                <a:lnTo>
                  <a:pt x="531086" y="504738"/>
                </a:lnTo>
                <a:lnTo>
                  <a:pt x="527225" y="500452"/>
                </a:lnTo>
                <a:lnTo>
                  <a:pt x="524528" y="493168"/>
                </a:lnTo>
                <a:lnTo>
                  <a:pt x="525453" y="482828"/>
                </a:lnTo>
                <a:lnTo>
                  <a:pt x="531672" y="475372"/>
                </a:lnTo>
                <a:lnTo>
                  <a:pt x="541797" y="471796"/>
                </a:lnTo>
                <a:lnTo>
                  <a:pt x="660449" y="471796"/>
                </a:lnTo>
                <a:lnTo>
                  <a:pt x="578209" y="446405"/>
                </a:lnTo>
                <a:lnTo>
                  <a:pt x="518560" y="446405"/>
                </a:lnTo>
                <a:lnTo>
                  <a:pt x="514163" y="441023"/>
                </a:lnTo>
                <a:close/>
              </a:path>
              <a:path w="929640" h="1243964">
                <a:moveTo>
                  <a:pt x="413526" y="0"/>
                </a:moveTo>
                <a:lnTo>
                  <a:pt x="377286" y="24721"/>
                </a:lnTo>
                <a:lnTo>
                  <a:pt x="375140" y="32334"/>
                </a:lnTo>
                <a:lnTo>
                  <a:pt x="375465" y="40951"/>
                </a:lnTo>
                <a:lnTo>
                  <a:pt x="380334" y="102545"/>
                </a:lnTo>
                <a:lnTo>
                  <a:pt x="384591" y="156074"/>
                </a:lnTo>
                <a:lnTo>
                  <a:pt x="388883" y="209600"/>
                </a:lnTo>
                <a:lnTo>
                  <a:pt x="393217" y="263123"/>
                </a:lnTo>
                <a:lnTo>
                  <a:pt x="397600" y="316642"/>
                </a:lnTo>
                <a:lnTo>
                  <a:pt x="402040" y="370156"/>
                </a:lnTo>
                <a:lnTo>
                  <a:pt x="402913" y="381171"/>
                </a:lnTo>
                <a:lnTo>
                  <a:pt x="404064" y="391680"/>
                </a:lnTo>
                <a:lnTo>
                  <a:pt x="406211" y="402069"/>
                </a:lnTo>
                <a:lnTo>
                  <a:pt x="409945" y="411579"/>
                </a:lnTo>
                <a:lnTo>
                  <a:pt x="413732" y="420552"/>
                </a:lnTo>
                <a:lnTo>
                  <a:pt x="414616" y="428369"/>
                </a:lnTo>
                <a:lnTo>
                  <a:pt x="412385" y="435542"/>
                </a:lnTo>
                <a:lnTo>
                  <a:pt x="406825" y="442583"/>
                </a:lnTo>
                <a:lnTo>
                  <a:pt x="405642" y="443738"/>
                </a:lnTo>
                <a:lnTo>
                  <a:pt x="404615" y="444981"/>
                </a:lnTo>
                <a:lnTo>
                  <a:pt x="403223" y="446499"/>
                </a:lnTo>
                <a:lnTo>
                  <a:pt x="443950" y="446499"/>
                </a:lnTo>
                <a:lnTo>
                  <a:pt x="447906" y="443738"/>
                </a:lnTo>
                <a:lnTo>
                  <a:pt x="460101" y="441023"/>
                </a:lnTo>
                <a:lnTo>
                  <a:pt x="514163" y="441023"/>
                </a:lnTo>
                <a:lnTo>
                  <a:pt x="500895" y="424782"/>
                </a:lnTo>
                <a:lnTo>
                  <a:pt x="502672" y="411579"/>
                </a:lnTo>
                <a:lnTo>
                  <a:pt x="502930" y="409924"/>
                </a:lnTo>
                <a:lnTo>
                  <a:pt x="457043" y="409924"/>
                </a:lnTo>
                <a:lnTo>
                  <a:pt x="449272" y="408981"/>
                </a:lnTo>
                <a:lnTo>
                  <a:pt x="430882" y="342829"/>
                </a:lnTo>
                <a:lnTo>
                  <a:pt x="427116" y="297746"/>
                </a:lnTo>
                <a:lnTo>
                  <a:pt x="416594" y="169562"/>
                </a:lnTo>
                <a:lnTo>
                  <a:pt x="410430" y="93555"/>
                </a:lnTo>
                <a:lnTo>
                  <a:pt x="406772" y="47904"/>
                </a:lnTo>
                <a:lnTo>
                  <a:pt x="406668" y="40218"/>
                </a:lnTo>
                <a:lnTo>
                  <a:pt x="406333" y="32553"/>
                </a:lnTo>
                <a:lnTo>
                  <a:pt x="411244" y="31129"/>
                </a:lnTo>
                <a:lnTo>
                  <a:pt x="445918" y="31129"/>
                </a:lnTo>
                <a:lnTo>
                  <a:pt x="445483" y="28721"/>
                </a:lnTo>
                <a:lnTo>
                  <a:pt x="441441" y="17045"/>
                </a:lnTo>
                <a:lnTo>
                  <a:pt x="434429" y="8196"/>
                </a:lnTo>
                <a:lnTo>
                  <a:pt x="424954" y="2429"/>
                </a:lnTo>
                <a:lnTo>
                  <a:pt x="413526" y="0"/>
                </a:lnTo>
                <a:close/>
              </a:path>
              <a:path w="929640" h="1243964">
                <a:moveTo>
                  <a:pt x="546862" y="439207"/>
                </a:moveTo>
                <a:lnTo>
                  <a:pt x="532597" y="440301"/>
                </a:lnTo>
                <a:lnTo>
                  <a:pt x="518560" y="446405"/>
                </a:lnTo>
                <a:lnTo>
                  <a:pt x="578209" y="446405"/>
                </a:lnTo>
                <a:lnTo>
                  <a:pt x="576076" y="445745"/>
                </a:lnTo>
                <a:lnTo>
                  <a:pt x="561355" y="441547"/>
                </a:lnTo>
                <a:lnTo>
                  <a:pt x="546862" y="439207"/>
                </a:lnTo>
                <a:close/>
              </a:path>
              <a:path w="929640" h="1243964">
                <a:moveTo>
                  <a:pt x="445918" y="31129"/>
                </a:moveTo>
                <a:lnTo>
                  <a:pt x="411244" y="31129"/>
                </a:lnTo>
                <a:lnTo>
                  <a:pt x="412762" y="35799"/>
                </a:lnTo>
                <a:lnTo>
                  <a:pt x="414856" y="40365"/>
                </a:lnTo>
                <a:lnTo>
                  <a:pt x="424091" y="93641"/>
                </a:lnTo>
                <a:lnTo>
                  <a:pt x="431858" y="138696"/>
                </a:lnTo>
                <a:lnTo>
                  <a:pt x="473064" y="378637"/>
                </a:lnTo>
                <a:lnTo>
                  <a:pt x="473619" y="381171"/>
                </a:lnTo>
                <a:lnTo>
                  <a:pt x="457043" y="409924"/>
                </a:lnTo>
                <a:lnTo>
                  <a:pt x="502930" y="409924"/>
                </a:lnTo>
                <a:lnTo>
                  <a:pt x="504484" y="399972"/>
                </a:lnTo>
                <a:lnTo>
                  <a:pt x="505613" y="388677"/>
                </a:lnTo>
                <a:lnTo>
                  <a:pt x="505105" y="377925"/>
                </a:lnTo>
                <a:lnTo>
                  <a:pt x="496328" y="323028"/>
                </a:lnTo>
                <a:lnTo>
                  <a:pt x="487127" y="268199"/>
                </a:lnTo>
                <a:lnTo>
                  <a:pt x="477700" y="213408"/>
                </a:lnTo>
                <a:lnTo>
                  <a:pt x="468247" y="158623"/>
                </a:lnTo>
                <a:lnTo>
                  <a:pt x="462673" y="126128"/>
                </a:lnTo>
                <a:lnTo>
                  <a:pt x="457039" y="93555"/>
                </a:lnTo>
                <a:lnTo>
                  <a:pt x="451340" y="61169"/>
                </a:lnTo>
                <a:lnTo>
                  <a:pt x="445918" y="31129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52" name="object 29">
            <a:extLst>
              <a:ext uri="{FF2B5EF4-FFF2-40B4-BE49-F238E27FC236}">
                <a16:creationId xmlns:a16="http://schemas.microsoft.com/office/drawing/2014/main" id="{DD5B70FD-7915-B49B-9CB9-68366ED9D61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72155" y="2485849"/>
            <a:ext cx="152231" cy="146399"/>
          </a:xfrm>
          <a:prstGeom prst="rect">
            <a:avLst/>
          </a:prstGeom>
        </p:spPr>
      </p:pic>
      <p:sp>
        <p:nvSpPr>
          <p:cNvPr id="53" name="object 30">
            <a:extLst>
              <a:ext uri="{FF2B5EF4-FFF2-40B4-BE49-F238E27FC236}">
                <a16:creationId xmlns:a16="http://schemas.microsoft.com/office/drawing/2014/main" id="{28018495-9A5F-DD82-73BC-9EBFEC985368}"/>
              </a:ext>
            </a:extLst>
          </p:cNvPr>
          <p:cNvSpPr/>
          <p:nvPr/>
        </p:nvSpPr>
        <p:spPr>
          <a:xfrm>
            <a:off x="5114825" y="2434432"/>
            <a:ext cx="155180" cy="155180"/>
          </a:xfrm>
          <a:custGeom>
            <a:avLst/>
            <a:gdLst/>
            <a:ahLst/>
            <a:cxnLst/>
            <a:rect l="l" t="t" r="r" b="b"/>
            <a:pathLst>
              <a:path w="255904" h="255904">
                <a:moveTo>
                  <a:pt x="0" y="0"/>
                </a:moveTo>
                <a:lnTo>
                  <a:pt x="45911" y="4115"/>
                </a:lnTo>
                <a:lnTo>
                  <a:pt x="89123" y="15979"/>
                </a:lnTo>
                <a:lnTo>
                  <a:pt x="128914" y="34871"/>
                </a:lnTo>
                <a:lnTo>
                  <a:pt x="164561" y="60070"/>
                </a:lnTo>
                <a:lnTo>
                  <a:pt x="195346" y="90854"/>
                </a:lnTo>
                <a:lnTo>
                  <a:pt x="220544" y="126502"/>
                </a:lnTo>
                <a:lnTo>
                  <a:pt x="239436" y="166292"/>
                </a:lnTo>
                <a:lnTo>
                  <a:pt x="251301" y="209504"/>
                </a:lnTo>
                <a:lnTo>
                  <a:pt x="255416" y="255416"/>
                </a:lnTo>
              </a:path>
            </a:pathLst>
          </a:custGeom>
          <a:ln w="36721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31">
            <a:extLst>
              <a:ext uri="{FF2B5EF4-FFF2-40B4-BE49-F238E27FC236}">
                <a16:creationId xmlns:a16="http://schemas.microsoft.com/office/drawing/2014/main" id="{53BEAF1D-D203-E159-61C9-DC01E96917B2}"/>
              </a:ext>
            </a:extLst>
          </p:cNvPr>
          <p:cNvSpPr/>
          <p:nvPr/>
        </p:nvSpPr>
        <p:spPr>
          <a:xfrm>
            <a:off x="3622358" y="1316360"/>
            <a:ext cx="563735" cy="754341"/>
          </a:xfrm>
          <a:custGeom>
            <a:avLst/>
            <a:gdLst/>
            <a:ahLst/>
            <a:cxnLst/>
            <a:rect l="l" t="t" r="r" b="b"/>
            <a:pathLst>
              <a:path w="929640" h="1243964">
                <a:moveTo>
                  <a:pt x="359125" y="1211868"/>
                </a:moveTo>
                <a:lnTo>
                  <a:pt x="322754" y="1235878"/>
                </a:lnTo>
                <a:lnTo>
                  <a:pt x="327204" y="1241470"/>
                </a:lnTo>
                <a:lnTo>
                  <a:pt x="338733" y="1243585"/>
                </a:lnTo>
                <a:lnTo>
                  <a:pt x="341350" y="1243637"/>
                </a:lnTo>
                <a:lnTo>
                  <a:pt x="437659" y="1243670"/>
                </a:lnTo>
                <a:lnTo>
                  <a:pt x="578244" y="1243616"/>
                </a:lnTo>
                <a:lnTo>
                  <a:pt x="587425" y="1242636"/>
                </a:lnTo>
                <a:lnTo>
                  <a:pt x="593908" y="1239721"/>
                </a:lnTo>
                <a:lnTo>
                  <a:pt x="597816" y="1234858"/>
                </a:lnTo>
                <a:lnTo>
                  <a:pt x="599269" y="1228035"/>
                </a:lnTo>
                <a:lnTo>
                  <a:pt x="598217" y="1220817"/>
                </a:lnTo>
                <a:lnTo>
                  <a:pt x="594421" y="1215667"/>
                </a:lnTo>
                <a:lnTo>
                  <a:pt x="587752" y="1212530"/>
                </a:lnTo>
                <a:lnTo>
                  <a:pt x="583422" y="1212004"/>
                </a:lnTo>
                <a:lnTo>
                  <a:pt x="383297" y="1212004"/>
                </a:lnTo>
                <a:lnTo>
                  <a:pt x="359125" y="1211868"/>
                </a:lnTo>
                <a:close/>
              </a:path>
              <a:path w="929640" h="1243964">
                <a:moveTo>
                  <a:pt x="590896" y="521094"/>
                </a:moveTo>
                <a:lnTo>
                  <a:pt x="416887" y="521094"/>
                </a:lnTo>
                <a:lnTo>
                  <a:pt x="420196" y="523219"/>
                </a:lnTo>
                <a:lnTo>
                  <a:pt x="383297" y="1212004"/>
                </a:lnTo>
                <a:lnTo>
                  <a:pt x="583422" y="1212004"/>
                </a:lnTo>
                <a:lnTo>
                  <a:pt x="578076" y="1211355"/>
                </a:lnTo>
                <a:lnTo>
                  <a:pt x="573672" y="1211303"/>
                </a:lnTo>
                <a:lnTo>
                  <a:pt x="538716" y="1211303"/>
                </a:lnTo>
                <a:lnTo>
                  <a:pt x="538668" y="1210444"/>
                </a:lnTo>
                <a:lnTo>
                  <a:pt x="415474" y="1210444"/>
                </a:lnTo>
                <a:lnTo>
                  <a:pt x="452185" y="540538"/>
                </a:lnTo>
                <a:lnTo>
                  <a:pt x="501244" y="540538"/>
                </a:lnTo>
                <a:lnTo>
                  <a:pt x="500298" y="523617"/>
                </a:lnTo>
                <a:lnTo>
                  <a:pt x="602466" y="523617"/>
                </a:lnTo>
                <a:lnTo>
                  <a:pt x="590896" y="521094"/>
                </a:lnTo>
                <a:close/>
              </a:path>
              <a:path w="929640" h="1243964">
                <a:moveTo>
                  <a:pt x="558769" y="1211235"/>
                </a:moveTo>
                <a:lnTo>
                  <a:pt x="538716" y="1211303"/>
                </a:lnTo>
                <a:lnTo>
                  <a:pt x="573672" y="1211303"/>
                </a:lnTo>
                <a:lnTo>
                  <a:pt x="568470" y="1211241"/>
                </a:lnTo>
                <a:lnTo>
                  <a:pt x="558769" y="1211235"/>
                </a:lnTo>
                <a:close/>
              </a:path>
              <a:path w="929640" h="1243964">
                <a:moveTo>
                  <a:pt x="501244" y="540538"/>
                </a:moveTo>
                <a:lnTo>
                  <a:pt x="468247" y="540538"/>
                </a:lnTo>
                <a:lnTo>
                  <a:pt x="505094" y="1210444"/>
                </a:lnTo>
                <a:lnTo>
                  <a:pt x="538668" y="1210444"/>
                </a:lnTo>
                <a:lnTo>
                  <a:pt x="501244" y="540538"/>
                </a:lnTo>
                <a:close/>
              </a:path>
              <a:path w="929640" h="1243964">
                <a:moveTo>
                  <a:pt x="378006" y="440923"/>
                </a:moveTo>
                <a:lnTo>
                  <a:pt x="365513" y="442782"/>
                </a:lnTo>
                <a:lnTo>
                  <a:pt x="352994" y="446687"/>
                </a:lnTo>
                <a:lnTo>
                  <a:pt x="278873" y="474192"/>
                </a:lnTo>
                <a:lnTo>
                  <a:pt x="36627" y="563522"/>
                </a:lnTo>
                <a:lnTo>
                  <a:pt x="25501" y="568196"/>
                </a:lnTo>
                <a:lnTo>
                  <a:pt x="15537" y="574058"/>
                </a:lnTo>
                <a:lnTo>
                  <a:pt x="6961" y="581612"/>
                </a:lnTo>
                <a:lnTo>
                  <a:pt x="0" y="591364"/>
                </a:lnTo>
                <a:lnTo>
                  <a:pt x="0" y="609489"/>
                </a:lnTo>
                <a:lnTo>
                  <a:pt x="10769" y="626927"/>
                </a:lnTo>
                <a:lnTo>
                  <a:pt x="22228" y="636255"/>
                </a:lnTo>
                <a:lnTo>
                  <a:pt x="36771" y="638535"/>
                </a:lnTo>
                <a:lnTo>
                  <a:pt x="56794" y="634828"/>
                </a:lnTo>
                <a:lnTo>
                  <a:pt x="179514" y="601793"/>
                </a:lnTo>
                <a:lnTo>
                  <a:pt x="32103" y="601793"/>
                </a:lnTo>
                <a:lnTo>
                  <a:pt x="30491" y="596955"/>
                </a:lnTo>
                <a:lnTo>
                  <a:pt x="33925" y="595123"/>
                </a:lnTo>
                <a:lnTo>
                  <a:pt x="37203" y="592872"/>
                </a:lnTo>
                <a:lnTo>
                  <a:pt x="364303" y="471399"/>
                </a:lnTo>
                <a:lnTo>
                  <a:pt x="374768" y="468919"/>
                </a:lnTo>
                <a:lnTo>
                  <a:pt x="429081" y="468919"/>
                </a:lnTo>
                <a:lnTo>
                  <a:pt x="430660" y="461165"/>
                </a:lnTo>
                <a:lnTo>
                  <a:pt x="437662" y="450888"/>
                </a:lnTo>
                <a:lnTo>
                  <a:pt x="443950" y="446499"/>
                </a:lnTo>
                <a:lnTo>
                  <a:pt x="403223" y="446499"/>
                </a:lnTo>
                <a:lnTo>
                  <a:pt x="390551" y="441899"/>
                </a:lnTo>
                <a:lnTo>
                  <a:pt x="378006" y="440923"/>
                </a:lnTo>
                <a:close/>
              </a:path>
              <a:path w="929640" h="1243964">
                <a:moveTo>
                  <a:pt x="602466" y="523617"/>
                </a:moveTo>
                <a:lnTo>
                  <a:pt x="500298" y="523617"/>
                </a:lnTo>
                <a:lnTo>
                  <a:pt x="510932" y="528740"/>
                </a:lnTo>
                <a:lnTo>
                  <a:pt x="520960" y="533795"/>
                </a:lnTo>
                <a:lnTo>
                  <a:pt x="813889" y="601301"/>
                </a:lnTo>
                <a:lnTo>
                  <a:pt x="878968" y="615279"/>
                </a:lnTo>
                <a:lnTo>
                  <a:pt x="885762" y="616141"/>
                </a:lnTo>
                <a:lnTo>
                  <a:pt x="892835" y="616008"/>
                </a:lnTo>
                <a:lnTo>
                  <a:pt x="927898" y="590214"/>
                </a:lnTo>
                <a:lnTo>
                  <a:pt x="928519" y="585940"/>
                </a:lnTo>
                <a:lnTo>
                  <a:pt x="892789" y="585940"/>
                </a:lnTo>
                <a:lnTo>
                  <a:pt x="888873" y="585500"/>
                </a:lnTo>
                <a:lnTo>
                  <a:pt x="884884" y="585395"/>
                </a:lnTo>
                <a:lnTo>
                  <a:pt x="602466" y="523617"/>
                </a:lnTo>
                <a:close/>
              </a:path>
              <a:path w="929640" h="1243964">
                <a:moveTo>
                  <a:pt x="429081" y="468919"/>
                </a:moveTo>
                <a:lnTo>
                  <a:pt x="374768" y="468919"/>
                </a:lnTo>
                <a:lnTo>
                  <a:pt x="383273" y="469882"/>
                </a:lnTo>
                <a:lnTo>
                  <a:pt x="389694" y="474192"/>
                </a:lnTo>
                <a:lnTo>
                  <a:pt x="393904" y="481754"/>
                </a:lnTo>
                <a:lnTo>
                  <a:pt x="394838" y="490983"/>
                </a:lnTo>
                <a:lnTo>
                  <a:pt x="391817" y="499596"/>
                </a:lnTo>
                <a:lnTo>
                  <a:pt x="385369" y="506620"/>
                </a:lnTo>
                <a:lnTo>
                  <a:pt x="376019" y="511083"/>
                </a:lnTo>
                <a:lnTo>
                  <a:pt x="40166" y="601280"/>
                </a:lnTo>
                <a:lnTo>
                  <a:pt x="36072" y="601301"/>
                </a:lnTo>
                <a:lnTo>
                  <a:pt x="32103" y="601793"/>
                </a:lnTo>
                <a:lnTo>
                  <a:pt x="179514" y="601793"/>
                </a:lnTo>
                <a:lnTo>
                  <a:pt x="341277" y="558161"/>
                </a:lnTo>
                <a:lnTo>
                  <a:pt x="362086" y="553104"/>
                </a:lnTo>
                <a:lnTo>
                  <a:pt x="382510" y="547146"/>
                </a:lnTo>
                <a:lnTo>
                  <a:pt x="401220" y="537430"/>
                </a:lnTo>
                <a:lnTo>
                  <a:pt x="416887" y="521094"/>
                </a:lnTo>
                <a:lnTo>
                  <a:pt x="590896" y="521094"/>
                </a:lnTo>
                <a:lnTo>
                  <a:pt x="545480" y="511188"/>
                </a:lnTo>
                <a:lnTo>
                  <a:pt x="538036" y="508998"/>
                </a:lnTo>
                <a:lnTo>
                  <a:pt x="531839" y="505574"/>
                </a:lnTo>
                <a:lnTo>
                  <a:pt x="531086" y="504738"/>
                </a:lnTo>
                <a:lnTo>
                  <a:pt x="459776" y="504738"/>
                </a:lnTo>
                <a:lnTo>
                  <a:pt x="448020" y="501995"/>
                </a:lnTo>
                <a:lnTo>
                  <a:pt x="437998" y="494996"/>
                </a:lnTo>
                <a:lnTo>
                  <a:pt x="430970" y="485000"/>
                </a:lnTo>
                <a:lnTo>
                  <a:pt x="428196" y="473263"/>
                </a:lnTo>
                <a:lnTo>
                  <a:pt x="429081" y="468919"/>
                </a:lnTo>
                <a:close/>
              </a:path>
              <a:path w="929640" h="1243964">
                <a:moveTo>
                  <a:pt x="660449" y="471796"/>
                </a:moveTo>
                <a:lnTo>
                  <a:pt x="541797" y="471796"/>
                </a:lnTo>
                <a:lnTo>
                  <a:pt x="554443" y="473095"/>
                </a:lnTo>
                <a:lnTo>
                  <a:pt x="558008" y="474192"/>
                </a:lnTo>
                <a:lnTo>
                  <a:pt x="885428" y="576903"/>
                </a:lnTo>
                <a:lnTo>
                  <a:pt x="889732" y="579134"/>
                </a:lnTo>
                <a:lnTo>
                  <a:pt x="894150" y="580987"/>
                </a:lnTo>
                <a:lnTo>
                  <a:pt x="892789" y="585940"/>
                </a:lnTo>
                <a:lnTo>
                  <a:pt x="928519" y="585940"/>
                </a:lnTo>
                <a:lnTo>
                  <a:pt x="929364" y="580128"/>
                </a:lnTo>
                <a:lnTo>
                  <a:pt x="926977" y="568511"/>
                </a:lnTo>
                <a:lnTo>
                  <a:pt x="920846" y="558510"/>
                </a:lnTo>
                <a:lnTo>
                  <a:pt x="911244" y="550486"/>
                </a:lnTo>
                <a:lnTo>
                  <a:pt x="898443" y="544800"/>
                </a:lnTo>
                <a:lnTo>
                  <a:pt x="660449" y="471796"/>
                </a:lnTo>
                <a:close/>
              </a:path>
              <a:path w="929640" h="1243964">
                <a:moveTo>
                  <a:pt x="514163" y="441023"/>
                </a:moveTo>
                <a:lnTo>
                  <a:pt x="460101" y="441023"/>
                </a:lnTo>
                <a:lnTo>
                  <a:pt x="472401" y="443549"/>
                </a:lnTo>
                <a:lnTo>
                  <a:pt x="482599" y="450486"/>
                </a:lnTo>
                <a:lnTo>
                  <a:pt x="489540" y="460677"/>
                </a:lnTo>
                <a:lnTo>
                  <a:pt x="492068" y="472969"/>
                </a:lnTo>
                <a:lnTo>
                  <a:pt x="489386" y="485187"/>
                </a:lnTo>
                <a:lnTo>
                  <a:pt x="482279" y="495372"/>
                </a:lnTo>
                <a:lnTo>
                  <a:pt x="471994" y="502298"/>
                </a:lnTo>
                <a:lnTo>
                  <a:pt x="459776" y="504738"/>
                </a:lnTo>
                <a:lnTo>
                  <a:pt x="531086" y="504738"/>
                </a:lnTo>
                <a:lnTo>
                  <a:pt x="527225" y="500452"/>
                </a:lnTo>
                <a:lnTo>
                  <a:pt x="524528" y="493168"/>
                </a:lnTo>
                <a:lnTo>
                  <a:pt x="525453" y="482828"/>
                </a:lnTo>
                <a:lnTo>
                  <a:pt x="531672" y="475372"/>
                </a:lnTo>
                <a:lnTo>
                  <a:pt x="541797" y="471796"/>
                </a:lnTo>
                <a:lnTo>
                  <a:pt x="660449" y="471796"/>
                </a:lnTo>
                <a:lnTo>
                  <a:pt x="578209" y="446405"/>
                </a:lnTo>
                <a:lnTo>
                  <a:pt x="518560" y="446405"/>
                </a:lnTo>
                <a:lnTo>
                  <a:pt x="514163" y="441023"/>
                </a:lnTo>
                <a:close/>
              </a:path>
              <a:path w="929640" h="1243964">
                <a:moveTo>
                  <a:pt x="413526" y="0"/>
                </a:moveTo>
                <a:lnTo>
                  <a:pt x="377286" y="24721"/>
                </a:lnTo>
                <a:lnTo>
                  <a:pt x="375140" y="32334"/>
                </a:lnTo>
                <a:lnTo>
                  <a:pt x="375465" y="40951"/>
                </a:lnTo>
                <a:lnTo>
                  <a:pt x="380334" y="102539"/>
                </a:lnTo>
                <a:lnTo>
                  <a:pt x="384591" y="156071"/>
                </a:lnTo>
                <a:lnTo>
                  <a:pt x="388883" y="209599"/>
                </a:lnTo>
                <a:lnTo>
                  <a:pt x="393217" y="263123"/>
                </a:lnTo>
                <a:lnTo>
                  <a:pt x="397600" y="316642"/>
                </a:lnTo>
                <a:lnTo>
                  <a:pt x="402040" y="370156"/>
                </a:lnTo>
                <a:lnTo>
                  <a:pt x="402913" y="381171"/>
                </a:lnTo>
                <a:lnTo>
                  <a:pt x="404064" y="391680"/>
                </a:lnTo>
                <a:lnTo>
                  <a:pt x="406211" y="402069"/>
                </a:lnTo>
                <a:lnTo>
                  <a:pt x="409945" y="411579"/>
                </a:lnTo>
                <a:lnTo>
                  <a:pt x="413734" y="420552"/>
                </a:lnTo>
                <a:lnTo>
                  <a:pt x="414620" y="428369"/>
                </a:lnTo>
                <a:lnTo>
                  <a:pt x="412389" y="435542"/>
                </a:lnTo>
                <a:lnTo>
                  <a:pt x="406825" y="442583"/>
                </a:lnTo>
                <a:lnTo>
                  <a:pt x="405642" y="443738"/>
                </a:lnTo>
                <a:lnTo>
                  <a:pt x="404615" y="444981"/>
                </a:lnTo>
                <a:lnTo>
                  <a:pt x="403223" y="446499"/>
                </a:lnTo>
                <a:lnTo>
                  <a:pt x="443950" y="446499"/>
                </a:lnTo>
                <a:lnTo>
                  <a:pt x="447906" y="443738"/>
                </a:lnTo>
                <a:lnTo>
                  <a:pt x="460101" y="441023"/>
                </a:lnTo>
                <a:lnTo>
                  <a:pt x="514163" y="441023"/>
                </a:lnTo>
                <a:lnTo>
                  <a:pt x="500895" y="424782"/>
                </a:lnTo>
                <a:lnTo>
                  <a:pt x="502672" y="411579"/>
                </a:lnTo>
                <a:lnTo>
                  <a:pt x="502930" y="409924"/>
                </a:lnTo>
                <a:lnTo>
                  <a:pt x="457043" y="409924"/>
                </a:lnTo>
                <a:lnTo>
                  <a:pt x="449272" y="408981"/>
                </a:lnTo>
                <a:lnTo>
                  <a:pt x="430882" y="342829"/>
                </a:lnTo>
                <a:lnTo>
                  <a:pt x="427116" y="297746"/>
                </a:lnTo>
                <a:lnTo>
                  <a:pt x="416594" y="169562"/>
                </a:lnTo>
                <a:lnTo>
                  <a:pt x="410430" y="93555"/>
                </a:lnTo>
                <a:lnTo>
                  <a:pt x="406772" y="47904"/>
                </a:lnTo>
                <a:lnTo>
                  <a:pt x="406668" y="40218"/>
                </a:lnTo>
                <a:lnTo>
                  <a:pt x="406333" y="32553"/>
                </a:lnTo>
                <a:lnTo>
                  <a:pt x="411244" y="31129"/>
                </a:lnTo>
                <a:lnTo>
                  <a:pt x="445918" y="31129"/>
                </a:lnTo>
                <a:lnTo>
                  <a:pt x="445483" y="28721"/>
                </a:lnTo>
                <a:lnTo>
                  <a:pt x="441441" y="17045"/>
                </a:lnTo>
                <a:lnTo>
                  <a:pt x="434429" y="8196"/>
                </a:lnTo>
                <a:lnTo>
                  <a:pt x="424954" y="2429"/>
                </a:lnTo>
                <a:lnTo>
                  <a:pt x="413526" y="0"/>
                </a:lnTo>
                <a:close/>
              </a:path>
              <a:path w="929640" h="1243964">
                <a:moveTo>
                  <a:pt x="546862" y="439207"/>
                </a:moveTo>
                <a:lnTo>
                  <a:pt x="532597" y="440301"/>
                </a:lnTo>
                <a:lnTo>
                  <a:pt x="518560" y="446405"/>
                </a:lnTo>
                <a:lnTo>
                  <a:pt x="578209" y="446405"/>
                </a:lnTo>
                <a:lnTo>
                  <a:pt x="576076" y="445745"/>
                </a:lnTo>
                <a:lnTo>
                  <a:pt x="561355" y="441547"/>
                </a:lnTo>
                <a:lnTo>
                  <a:pt x="546862" y="439207"/>
                </a:lnTo>
                <a:close/>
              </a:path>
              <a:path w="929640" h="1243964">
                <a:moveTo>
                  <a:pt x="445918" y="31129"/>
                </a:moveTo>
                <a:lnTo>
                  <a:pt x="411244" y="31129"/>
                </a:lnTo>
                <a:lnTo>
                  <a:pt x="412762" y="35799"/>
                </a:lnTo>
                <a:lnTo>
                  <a:pt x="414856" y="40365"/>
                </a:lnTo>
                <a:lnTo>
                  <a:pt x="424091" y="93641"/>
                </a:lnTo>
                <a:lnTo>
                  <a:pt x="431858" y="138696"/>
                </a:lnTo>
                <a:lnTo>
                  <a:pt x="473064" y="378637"/>
                </a:lnTo>
                <a:lnTo>
                  <a:pt x="473619" y="381171"/>
                </a:lnTo>
                <a:lnTo>
                  <a:pt x="457043" y="409924"/>
                </a:lnTo>
                <a:lnTo>
                  <a:pt x="502930" y="409924"/>
                </a:lnTo>
                <a:lnTo>
                  <a:pt x="504484" y="399972"/>
                </a:lnTo>
                <a:lnTo>
                  <a:pt x="505613" y="388677"/>
                </a:lnTo>
                <a:lnTo>
                  <a:pt x="505105" y="377925"/>
                </a:lnTo>
                <a:lnTo>
                  <a:pt x="496328" y="323028"/>
                </a:lnTo>
                <a:lnTo>
                  <a:pt x="487127" y="268199"/>
                </a:lnTo>
                <a:lnTo>
                  <a:pt x="477700" y="213408"/>
                </a:lnTo>
                <a:lnTo>
                  <a:pt x="468247" y="158623"/>
                </a:lnTo>
                <a:lnTo>
                  <a:pt x="462673" y="126128"/>
                </a:lnTo>
                <a:lnTo>
                  <a:pt x="457039" y="93555"/>
                </a:lnTo>
                <a:lnTo>
                  <a:pt x="451340" y="61169"/>
                </a:lnTo>
                <a:lnTo>
                  <a:pt x="445918" y="31129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55" name="object 32">
            <a:extLst>
              <a:ext uri="{FF2B5EF4-FFF2-40B4-BE49-F238E27FC236}">
                <a16:creationId xmlns:a16="http://schemas.microsoft.com/office/drawing/2014/main" id="{7B7EF60C-A991-0C97-068A-A6F44F32E62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48047" y="1434737"/>
            <a:ext cx="152233" cy="146398"/>
          </a:xfrm>
          <a:prstGeom prst="rect">
            <a:avLst/>
          </a:prstGeom>
        </p:spPr>
      </p:pic>
      <p:sp>
        <p:nvSpPr>
          <p:cNvPr id="56" name="object 33">
            <a:extLst>
              <a:ext uri="{FF2B5EF4-FFF2-40B4-BE49-F238E27FC236}">
                <a16:creationId xmlns:a16="http://schemas.microsoft.com/office/drawing/2014/main" id="{CA778E44-EC15-FF49-92FD-CBE1BD517C11}"/>
              </a:ext>
            </a:extLst>
          </p:cNvPr>
          <p:cNvSpPr/>
          <p:nvPr/>
        </p:nvSpPr>
        <p:spPr>
          <a:xfrm>
            <a:off x="3990719" y="1383320"/>
            <a:ext cx="155180" cy="155180"/>
          </a:xfrm>
          <a:custGeom>
            <a:avLst/>
            <a:gdLst/>
            <a:ahLst/>
            <a:cxnLst/>
            <a:rect l="l" t="t" r="r" b="b"/>
            <a:pathLst>
              <a:path w="255904" h="255905">
                <a:moveTo>
                  <a:pt x="0" y="0"/>
                </a:moveTo>
                <a:lnTo>
                  <a:pt x="45911" y="4115"/>
                </a:lnTo>
                <a:lnTo>
                  <a:pt x="89123" y="15979"/>
                </a:lnTo>
                <a:lnTo>
                  <a:pt x="128914" y="34871"/>
                </a:lnTo>
                <a:lnTo>
                  <a:pt x="164561" y="60070"/>
                </a:lnTo>
                <a:lnTo>
                  <a:pt x="195346" y="90854"/>
                </a:lnTo>
                <a:lnTo>
                  <a:pt x="220544" y="126502"/>
                </a:lnTo>
                <a:lnTo>
                  <a:pt x="239436" y="166292"/>
                </a:lnTo>
                <a:lnTo>
                  <a:pt x="251301" y="209504"/>
                </a:lnTo>
                <a:lnTo>
                  <a:pt x="255416" y="255416"/>
                </a:lnTo>
              </a:path>
            </a:pathLst>
          </a:custGeom>
          <a:ln w="36721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34">
            <a:extLst>
              <a:ext uri="{FF2B5EF4-FFF2-40B4-BE49-F238E27FC236}">
                <a16:creationId xmlns:a16="http://schemas.microsoft.com/office/drawing/2014/main" id="{8F26439E-8E7F-78B9-88D0-6B0CA03D26C7}"/>
              </a:ext>
            </a:extLst>
          </p:cNvPr>
          <p:cNvSpPr/>
          <p:nvPr/>
        </p:nvSpPr>
        <p:spPr>
          <a:xfrm>
            <a:off x="2924454" y="4169252"/>
            <a:ext cx="282252" cy="187912"/>
          </a:xfrm>
          <a:custGeom>
            <a:avLst/>
            <a:gdLst/>
            <a:ahLst/>
            <a:cxnLst/>
            <a:rect l="l" t="t" r="r" b="b"/>
            <a:pathLst>
              <a:path w="465454" h="309879">
                <a:moveTo>
                  <a:pt x="433908" y="229285"/>
                </a:moveTo>
                <a:lnTo>
                  <a:pt x="429056" y="188328"/>
                </a:lnTo>
                <a:lnTo>
                  <a:pt x="413600" y="144056"/>
                </a:lnTo>
                <a:lnTo>
                  <a:pt x="389572" y="105816"/>
                </a:lnTo>
                <a:lnTo>
                  <a:pt x="358343" y="74485"/>
                </a:lnTo>
                <a:lnTo>
                  <a:pt x="321233" y="50888"/>
                </a:lnTo>
                <a:lnTo>
                  <a:pt x="279603" y="35902"/>
                </a:lnTo>
                <a:lnTo>
                  <a:pt x="234784" y="30365"/>
                </a:lnTo>
                <a:lnTo>
                  <a:pt x="188125" y="35115"/>
                </a:lnTo>
                <a:lnTo>
                  <a:pt x="141478" y="51638"/>
                </a:lnTo>
                <a:lnTo>
                  <a:pt x="101219" y="78549"/>
                </a:lnTo>
                <a:lnTo>
                  <a:pt x="68745" y="113969"/>
                </a:lnTo>
                <a:lnTo>
                  <a:pt x="45389" y="155994"/>
                </a:lnTo>
                <a:lnTo>
                  <a:pt x="32537" y="202742"/>
                </a:lnTo>
                <a:lnTo>
                  <a:pt x="31546" y="252323"/>
                </a:lnTo>
                <a:lnTo>
                  <a:pt x="32232" y="258635"/>
                </a:lnTo>
                <a:lnTo>
                  <a:pt x="33235" y="264922"/>
                </a:lnTo>
                <a:lnTo>
                  <a:pt x="35369" y="276186"/>
                </a:lnTo>
                <a:lnTo>
                  <a:pt x="39001" y="278650"/>
                </a:lnTo>
                <a:lnTo>
                  <a:pt x="47713" y="277253"/>
                </a:lnTo>
                <a:lnTo>
                  <a:pt x="50076" y="273773"/>
                </a:lnTo>
                <a:lnTo>
                  <a:pt x="49517" y="267474"/>
                </a:lnTo>
                <a:lnTo>
                  <a:pt x="49161" y="266141"/>
                </a:lnTo>
                <a:lnTo>
                  <a:pt x="45923" y="239610"/>
                </a:lnTo>
                <a:lnTo>
                  <a:pt x="73660" y="239560"/>
                </a:lnTo>
                <a:lnTo>
                  <a:pt x="77050" y="236626"/>
                </a:lnTo>
                <a:lnTo>
                  <a:pt x="76822" y="226758"/>
                </a:lnTo>
                <a:lnTo>
                  <a:pt x="73621" y="224167"/>
                </a:lnTo>
                <a:lnTo>
                  <a:pt x="46342" y="224129"/>
                </a:lnTo>
                <a:lnTo>
                  <a:pt x="48272" y="203530"/>
                </a:lnTo>
                <a:lnTo>
                  <a:pt x="52425" y="183667"/>
                </a:lnTo>
                <a:lnTo>
                  <a:pt x="58775" y="164401"/>
                </a:lnTo>
                <a:lnTo>
                  <a:pt x="67284" y="145656"/>
                </a:lnTo>
                <a:lnTo>
                  <a:pt x="82067" y="154203"/>
                </a:lnTo>
                <a:lnTo>
                  <a:pt x="91249" y="159143"/>
                </a:lnTo>
                <a:lnTo>
                  <a:pt x="95427" y="158000"/>
                </a:lnTo>
                <a:lnTo>
                  <a:pt x="99745" y="151206"/>
                </a:lnTo>
                <a:lnTo>
                  <a:pt x="99072" y="146926"/>
                </a:lnTo>
                <a:lnTo>
                  <a:pt x="94856" y="143484"/>
                </a:lnTo>
                <a:lnTo>
                  <a:pt x="75374" y="132207"/>
                </a:lnTo>
                <a:lnTo>
                  <a:pt x="87033" y="115646"/>
                </a:lnTo>
                <a:lnTo>
                  <a:pt x="103022" y="98183"/>
                </a:lnTo>
                <a:lnTo>
                  <a:pt x="119557" y="83515"/>
                </a:lnTo>
                <a:lnTo>
                  <a:pt x="132880" y="75349"/>
                </a:lnTo>
                <a:lnTo>
                  <a:pt x="146227" y="98298"/>
                </a:lnTo>
                <a:lnTo>
                  <a:pt x="150380" y="99898"/>
                </a:lnTo>
                <a:lnTo>
                  <a:pt x="158851" y="95008"/>
                </a:lnTo>
                <a:lnTo>
                  <a:pt x="159562" y="90551"/>
                </a:lnTo>
                <a:lnTo>
                  <a:pt x="145846" y="66675"/>
                </a:lnTo>
                <a:lnTo>
                  <a:pt x="189064" y="50939"/>
                </a:lnTo>
                <a:lnTo>
                  <a:pt x="232156" y="45681"/>
                </a:lnTo>
                <a:lnTo>
                  <a:pt x="275272" y="50927"/>
                </a:lnTo>
                <a:lnTo>
                  <a:pt x="318554" y="66687"/>
                </a:lnTo>
                <a:lnTo>
                  <a:pt x="304850" y="90576"/>
                </a:lnTo>
                <a:lnTo>
                  <a:pt x="305574" y="94894"/>
                </a:lnTo>
                <a:lnTo>
                  <a:pt x="313842" y="99923"/>
                </a:lnTo>
                <a:lnTo>
                  <a:pt x="318122" y="98386"/>
                </a:lnTo>
                <a:lnTo>
                  <a:pt x="331876" y="74752"/>
                </a:lnTo>
                <a:lnTo>
                  <a:pt x="348615" y="86766"/>
                </a:lnTo>
                <a:lnTo>
                  <a:pt x="363715" y="100304"/>
                </a:lnTo>
                <a:lnTo>
                  <a:pt x="377240" y="115417"/>
                </a:lnTo>
                <a:lnTo>
                  <a:pt x="389267" y="132156"/>
                </a:lnTo>
                <a:lnTo>
                  <a:pt x="376123" y="139636"/>
                </a:lnTo>
                <a:lnTo>
                  <a:pt x="364363" y="146773"/>
                </a:lnTo>
                <a:lnTo>
                  <a:pt x="363905" y="154279"/>
                </a:lnTo>
                <a:lnTo>
                  <a:pt x="371678" y="157835"/>
                </a:lnTo>
                <a:lnTo>
                  <a:pt x="375577" y="157505"/>
                </a:lnTo>
                <a:lnTo>
                  <a:pt x="384568" y="153238"/>
                </a:lnTo>
                <a:lnTo>
                  <a:pt x="390652" y="149339"/>
                </a:lnTo>
                <a:lnTo>
                  <a:pt x="397116" y="145630"/>
                </a:lnTo>
                <a:lnTo>
                  <a:pt x="405638" y="164490"/>
                </a:lnTo>
                <a:lnTo>
                  <a:pt x="411988" y="183781"/>
                </a:lnTo>
                <a:lnTo>
                  <a:pt x="416128" y="203631"/>
                </a:lnTo>
                <a:lnTo>
                  <a:pt x="418020" y="224155"/>
                </a:lnTo>
                <a:lnTo>
                  <a:pt x="402602" y="224028"/>
                </a:lnTo>
                <a:lnTo>
                  <a:pt x="389763" y="224307"/>
                </a:lnTo>
                <a:lnTo>
                  <a:pt x="386384" y="228612"/>
                </a:lnTo>
                <a:lnTo>
                  <a:pt x="388759" y="237959"/>
                </a:lnTo>
                <a:lnTo>
                  <a:pt x="391972" y="239610"/>
                </a:lnTo>
                <a:lnTo>
                  <a:pt x="418604" y="239610"/>
                </a:lnTo>
                <a:lnTo>
                  <a:pt x="414083" y="273672"/>
                </a:lnTo>
                <a:lnTo>
                  <a:pt x="416204" y="277317"/>
                </a:lnTo>
                <a:lnTo>
                  <a:pt x="425691" y="278866"/>
                </a:lnTo>
                <a:lnTo>
                  <a:pt x="429094" y="276085"/>
                </a:lnTo>
                <a:lnTo>
                  <a:pt x="430187" y="270395"/>
                </a:lnTo>
                <a:lnTo>
                  <a:pt x="433095" y="249821"/>
                </a:lnTo>
                <a:lnTo>
                  <a:pt x="433908" y="229285"/>
                </a:lnTo>
                <a:close/>
              </a:path>
              <a:path w="465454" h="309879">
                <a:moveTo>
                  <a:pt x="464883" y="216966"/>
                </a:moveTo>
                <a:lnTo>
                  <a:pt x="463956" y="210007"/>
                </a:lnTo>
                <a:lnTo>
                  <a:pt x="463080" y="203034"/>
                </a:lnTo>
                <a:lnTo>
                  <a:pt x="462114" y="196088"/>
                </a:lnTo>
                <a:lnTo>
                  <a:pt x="460946" y="189166"/>
                </a:lnTo>
                <a:lnTo>
                  <a:pt x="449465" y="149720"/>
                </a:lnTo>
                <a:lnTo>
                  <a:pt x="449465" y="233743"/>
                </a:lnTo>
                <a:lnTo>
                  <a:pt x="447319" y="261683"/>
                </a:lnTo>
                <a:lnTo>
                  <a:pt x="441553" y="289585"/>
                </a:lnTo>
                <a:lnTo>
                  <a:pt x="440601" y="293090"/>
                </a:lnTo>
                <a:lnTo>
                  <a:pt x="439166" y="293992"/>
                </a:lnTo>
                <a:lnTo>
                  <a:pt x="435711" y="293992"/>
                </a:lnTo>
                <a:lnTo>
                  <a:pt x="333946" y="293916"/>
                </a:lnTo>
                <a:lnTo>
                  <a:pt x="232168" y="293928"/>
                </a:lnTo>
                <a:lnTo>
                  <a:pt x="25209" y="294106"/>
                </a:lnTo>
                <a:lnTo>
                  <a:pt x="23710" y="292938"/>
                </a:lnTo>
                <a:lnTo>
                  <a:pt x="22656" y="289217"/>
                </a:lnTo>
                <a:lnTo>
                  <a:pt x="15036" y="242417"/>
                </a:lnTo>
                <a:lnTo>
                  <a:pt x="17881" y="196088"/>
                </a:lnTo>
                <a:lnTo>
                  <a:pt x="30353" y="151879"/>
                </a:lnTo>
                <a:lnTo>
                  <a:pt x="51663" y="111277"/>
                </a:lnTo>
                <a:lnTo>
                  <a:pt x="80962" y="75869"/>
                </a:lnTo>
                <a:lnTo>
                  <a:pt x="117436" y="47231"/>
                </a:lnTo>
                <a:lnTo>
                  <a:pt x="160274" y="26936"/>
                </a:lnTo>
                <a:lnTo>
                  <a:pt x="206006" y="16421"/>
                </a:lnTo>
                <a:lnTo>
                  <a:pt x="251129" y="15570"/>
                </a:lnTo>
                <a:lnTo>
                  <a:pt x="294474" y="23749"/>
                </a:lnTo>
                <a:lnTo>
                  <a:pt x="334835" y="40322"/>
                </a:lnTo>
                <a:lnTo>
                  <a:pt x="371005" y="64655"/>
                </a:lnTo>
                <a:lnTo>
                  <a:pt x="401802" y="96113"/>
                </a:lnTo>
                <a:lnTo>
                  <a:pt x="426034" y="134061"/>
                </a:lnTo>
                <a:lnTo>
                  <a:pt x="442506" y="177838"/>
                </a:lnTo>
                <a:lnTo>
                  <a:pt x="449465" y="233743"/>
                </a:lnTo>
                <a:lnTo>
                  <a:pt x="449465" y="149720"/>
                </a:lnTo>
                <a:lnTo>
                  <a:pt x="428307" y="106591"/>
                </a:lnTo>
                <a:lnTo>
                  <a:pt x="401993" y="72707"/>
                </a:lnTo>
                <a:lnTo>
                  <a:pt x="370281" y="44526"/>
                </a:lnTo>
                <a:lnTo>
                  <a:pt x="334111" y="22631"/>
                </a:lnTo>
                <a:lnTo>
                  <a:pt x="315480" y="15570"/>
                </a:lnTo>
                <a:lnTo>
                  <a:pt x="294462" y="7594"/>
                </a:lnTo>
                <a:lnTo>
                  <a:pt x="252285" y="0"/>
                </a:lnTo>
                <a:lnTo>
                  <a:pt x="208508" y="419"/>
                </a:lnTo>
                <a:lnTo>
                  <a:pt x="164109" y="9423"/>
                </a:lnTo>
                <a:lnTo>
                  <a:pt x="121551" y="27139"/>
                </a:lnTo>
                <a:lnTo>
                  <a:pt x="84340" y="52171"/>
                </a:lnTo>
                <a:lnTo>
                  <a:pt x="53086" y="83400"/>
                </a:lnTo>
                <a:lnTo>
                  <a:pt x="28409" y="119710"/>
                </a:lnTo>
                <a:lnTo>
                  <a:pt x="10922" y="159981"/>
                </a:lnTo>
                <a:lnTo>
                  <a:pt x="1270" y="203034"/>
                </a:lnTo>
                <a:lnTo>
                  <a:pt x="0" y="247929"/>
                </a:lnTo>
                <a:lnTo>
                  <a:pt x="7785" y="293382"/>
                </a:lnTo>
                <a:lnTo>
                  <a:pt x="10693" y="301269"/>
                </a:lnTo>
                <a:lnTo>
                  <a:pt x="14643" y="306197"/>
                </a:lnTo>
                <a:lnTo>
                  <a:pt x="20396" y="308737"/>
                </a:lnTo>
                <a:lnTo>
                  <a:pt x="28676" y="309448"/>
                </a:lnTo>
                <a:lnTo>
                  <a:pt x="437184" y="309448"/>
                </a:lnTo>
                <a:lnTo>
                  <a:pt x="438543" y="309499"/>
                </a:lnTo>
                <a:lnTo>
                  <a:pt x="447941" y="308991"/>
                </a:lnTo>
                <a:lnTo>
                  <a:pt x="453390" y="304965"/>
                </a:lnTo>
                <a:lnTo>
                  <a:pt x="456311" y="294106"/>
                </a:lnTo>
                <a:lnTo>
                  <a:pt x="457669" y="289039"/>
                </a:lnTo>
                <a:lnTo>
                  <a:pt x="464883" y="246964"/>
                </a:lnTo>
                <a:lnTo>
                  <a:pt x="464883" y="216966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58" name="object 35">
            <a:extLst>
              <a:ext uri="{FF2B5EF4-FFF2-40B4-BE49-F238E27FC236}">
                <a16:creationId xmlns:a16="http://schemas.microsoft.com/office/drawing/2014/main" id="{F68BFD66-04ED-ACD8-3176-BF240CD69CB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37097" y="4206419"/>
            <a:ext cx="56269" cy="131328"/>
          </a:xfrm>
          <a:prstGeom prst="rect">
            <a:avLst/>
          </a:prstGeom>
        </p:spPr>
      </p:pic>
      <p:sp>
        <p:nvSpPr>
          <p:cNvPr id="59" name="object 36">
            <a:extLst>
              <a:ext uri="{FF2B5EF4-FFF2-40B4-BE49-F238E27FC236}">
                <a16:creationId xmlns:a16="http://schemas.microsoft.com/office/drawing/2014/main" id="{634C90E5-B652-922E-EE46-46830E815109}"/>
              </a:ext>
            </a:extLst>
          </p:cNvPr>
          <p:cNvSpPr/>
          <p:nvPr/>
        </p:nvSpPr>
        <p:spPr>
          <a:xfrm>
            <a:off x="3924836" y="4061334"/>
            <a:ext cx="282252" cy="187912"/>
          </a:xfrm>
          <a:custGeom>
            <a:avLst/>
            <a:gdLst/>
            <a:ahLst/>
            <a:cxnLst/>
            <a:rect l="l" t="t" r="r" b="b"/>
            <a:pathLst>
              <a:path w="465454" h="309879">
                <a:moveTo>
                  <a:pt x="433908" y="229273"/>
                </a:moveTo>
                <a:lnTo>
                  <a:pt x="429056" y="188315"/>
                </a:lnTo>
                <a:lnTo>
                  <a:pt x="413600" y="144043"/>
                </a:lnTo>
                <a:lnTo>
                  <a:pt x="389572" y="105803"/>
                </a:lnTo>
                <a:lnTo>
                  <a:pt x="358343" y="74472"/>
                </a:lnTo>
                <a:lnTo>
                  <a:pt x="321233" y="50876"/>
                </a:lnTo>
                <a:lnTo>
                  <a:pt x="279590" y="35890"/>
                </a:lnTo>
                <a:lnTo>
                  <a:pt x="234772" y="30353"/>
                </a:lnTo>
                <a:lnTo>
                  <a:pt x="188125" y="35102"/>
                </a:lnTo>
                <a:lnTo>
                  <a:pt x="141465" y="51625"/>
                </a:lnTo>
                <a:lnTo>
                  <a:pt x="101219" y="78536"/>
                </a:lnTo>
                <a:lnTo>
                  <a:pt x="68745" y="113957"/>
                </a:lnTo>
                <a:lnTo>
                  <a:pt x="45389" y="155981"/>
                </a:lnTo>
                <a:lnTo>
                  <a:pt x="32537" y="202730"/>
                </a:lnTo>
                <a:lnTo>
                  <a:pt x="31546" y="252310"/>
                </a:lnTo>
                <a:lnTo>
                  <a:pt x="32232" y="258622"/>
                </a:lnTo>
                <a:lnTo>
                  <a:pt x="33235" y="264909"/>
                </a:lnTo>
                <a:lnTo>
                  <a:pt x="35369" y="276174"/>
                </a:lnTo>
                <a:lnTo>
                  <a:pt x="39001" y="278638"/>
                </a:lnTo>
                <a:lnTo>
                  <a:pt x="47713" y="277253"/>
                </a:lnTo>
                <a:lnTo>
                  <a:pt x="50076" y="273761"/>
                </a:lnTo>
                <a:lnTo>
                  <a:pt x="49517" y="267462"/>
                </a:lnTo>
                <a:lnTo>
                  <a:pt x="49161" y="266128"/>
                </a:lnTo>
                <a:lnTo>
                  <a:pt x="45923" y="239610"/>
                </a:lnTo>
                <a:lnTo>
                  <a:pt x="73660" y="239547"/>
                </a:lnTo>
                <a:lnTo>
                  <a:pt x="77050" y="236626"/>
                </a:lnTo>
                <a:lnTo>
                  <a:pt x="76822" y="226745"/>
                </a:lnTo>
                <a:lnTo>
                  <a:pt x="73621" y="224155"/>
                </a:lnTo>
                <a:lnTo>
                  <a:pt x="46342" y="224116"/>
                </a:lnTo>
                <a:lnTo>
                  <a:pt x="48272" y="203517"/>
                </a:lnTo>
                <a:lnTo>
                  <a:pt x="52425" y="183654"/>
                </a:lnTo>
                <a:lnTo>
                  <a:pt x="58775" y="164388"/>
                </a:lnTo>
                <a:lnTo>
                  <a:pt x="67284" y="145643"/>
                </a:lnTo>
                <a:lnTo>
                  <a:pt x="82054" y="154190"/>
                </a:lnTo>
                <a:lnTo>
                  <a:pt x="91249" y="159131"/>
                </a:lnTo>
                <a:lnTo>
                  <a:pt x="95427" y="158000"/>
                </a:lnTo>
                <a:lnTo>
                  <a:pt x="99745" y="151193"/>
                </a:lnTo>
                <a:lnTo>
                  <a:pt x="99072" y="146913"/>
                </a:lnTo>
                <a:lnTo>
                  <a:pt x="94856" y="143471"/>
                </a:lnTo>
                <a:lnTo>
                  <a:pt x="75374" y="132194"/>
                </a:lnTo>
                <a:lnTo>
                  <a:pt x="87033" y="115633"/>
                </a:lnTo>
                <a:lnTo>
                  <a:pt x="103022" y="98171"/>
                </a:lnTo>
                <a:lnTo>
                  <a:pt x="119557" y="83502"/>
                </a:lnTo>
                <a:lnTo>
                  <a:pt x="132880" y="75336"/>
                </a:lnTo>
                <a:lnTo>
                  <a:pt x="146227" y="98285"/>
                </a:lnTo>
                <a:lnTo>
                  <a:pt x="150380" y="99885"/>
                </a:lnTo>
                <a:lnTo>
                  <a:pt x="158851" y="94996"/>
                </a:lnTo>
                <a:lnTo>
                  <a:pt x="159562" y="90538"/>
                </a:lnTo>
                <a:lnTo>
                  <a:pt x="145846" y="66662"/>
                </a:lnTo>
                <a:lnTo>
                  <a:pt x="189064" y="50927"/>
                </a:lnTo>
                <a:lnTo>
                  <a:pt x="232156" y="45669"/>
                </a:lnTo>
                <a:lnTo>
                  <a:pt x="275272" y="50914"/>
                </a:lnTo>
                <a:lnTo>
                  <a:pt x="318541" y="66675"/>
                </a:lnTo>
                <a:lnTo>
                  <a:pt x="304850" y="90563"/>
                </a:lnTo>
                <a:lnTo>
                  <a:pt x="305574" y="94881"/>
                </a:lnTo>
                <a:lnTo>
                  <a:pt x="313842" y="99910"/>
                </a:lnTo>
                <a:lnTo>
                  <a:pt x="318122" y="98374"/>
                </a:lnTo>
                <a:lnTo>
                  <a:pt x="331876" y="74739"/>
                </a:lnTo>
                <a:lnTo>
                  <a:pt x="348602" y="86753"/>
                </a:lnTo>
                <a:lnTo>
                  <a:pt x="363715" y="100291"/>
                </a:lnTo>
                <a:lnTo>
                  <a:pt x="377240" y="115404"/>
                </a:lnTo>
                <a:lnTo>
                  <a:pt x="389267" y="132143"/>
                </a:lnTo>
                <a:lnTo>
                  <a:pt x="376110" y="139623"/>
                </a:lnTo>
                <a:lnTo>
                  <a:pt x="364363" y="146761"/>
                </a:lnTo>
                <a:lnTo>
                  <a:pt x="363905" y="154266"/>
                </a:lnTo>
                <a:lnTo>
                  <a:pt x="371678" y="157822"/>
                </a:lnTo>
                <a:lnTo>
                  <a:pt x="375577" y="157492"/>
                </a:lnTo>
                <a:lnTo>
                  <a:pt x="384568" y="153225"/>
                </a:lnTo>
                <a:lnTo>
                  <a:pt x="390652" y="149326"/>
                </a:lnTo>
                <a:lnTo>
                  <a:pt x="397116" y="145618"/>
                </a:lnTo>
                <a:lnTo>
                  <a:pt x="405638" y="164477"/>
                </a:lnTo>
                <a:lnTo>
                  <a:pt x="411988" y="183769"/>
                </a:lnTo>
                <a:lnTo>
                  <a:pt x="416128" y="203619"/>
                </a:lnTo>
                <a:lnTo>
                  <a:pt x="418020" y="224142"/>
                </a:lnTo>
                <a:lnTo>
                  <a:pt x="402602" y="224015"/>
                </a:lnTo>
                <a:lnTo>
                  <a:pt x="389763" y="224294"/>
                </a:lnTo>
                <a:lnTo>
                  <a:pt x="386372" y="228600"/>
                </a:lnTo>
                <a:lnTo>
                  <a:pt x="388759" y="237947"/>
                </a:lnTo>
                <a:lnTo>
                  <a:pt x="391972" y="239598"/>
                </a:lnTo>
                <a:lnTo>
                  <a:pt x="418604" y="239610"/>
                </a:lnTo>
                <a:lnTo>
                  <a:pt x="414083" y="273672"/>
                </a:lnTo>
                <a:lnTo>
                  <a:pt x="416204" y="277304"/>
                </a:lnTo>
                <a:lnTo>
                  <a:pt x="425691" y="278866"/>
                </a:lnTo>
                <a:lnTo>
                  <a:pt x="429094" y="276072"/>
                </a:lnTo>
                <a:lnTo>
                  <a:pt x="430187" y="270383"/>
                </a:lnTo>
                <a:lnTo>
                  <a:pt x="433082" y="249809"/>
                </a:lnTo>
                <a:lnTo>
                  <a:pt x="433908" y="229273"/>
                </a:lnTo>
                <a:close/>
              </a:path>
              <a:path w="465454" h="309879">
                <a:moveTo>
                  <a:pt x="464883" y="216954"/>
                </a:moveTo>
                <a:lnTo>
                  <a:pt x="463969" y="209994"/>
                </a:lnTo>
                <a:lnTo>
                  <a:pt x="463080" y="203022"/>
                </a:lnTo>
                <a:lnTo>
                  <a:pt x="462114" y="196075"/>
                </a:lnTo>
                <a:lnTo>
                  <a:pt x="460946" y="189166"/>
                </a:lnTo>
                <a:lnTo>
                  <a:pt x="449465" y="149707"/>
                </a:lnTo>
                <a:lnTo>
                  <a:pt x="449465" y="233730"/>
                </a:lnTo>
                <a:lnTo>
                  <a:pt x="447319" y="261670"/>
                </a:lnTo>
                <a:lnTo>
                  <a:pt x="441553" y="289572"/>
                </a:lnTo>
                <a:lnTo>
                  <a:pt x="440601" y="293077"/>
                </a:lnTo>
                <a:lnTo>
                  <a:pt x="439166" y="293979"/>
                </a:lnTo>
                <a:lnTo>
                  <a:pt x="435711" y="293979"/>
                </a:lnTo>
                <a:lnTo>
                  <a:pt x="333946" y="293916"/>
                </a:lnTo>
                <a:lnTo>
                  <a:pt x="232168" y="293916"/>
                </a:lnTo>
                <a:lnTo>
                  <a:pt x="25209" y="294093"/>
                </a:lnTo>
                <a:lnTo>
                  <a:pt x="23710" y="292925"/>
                </a:lnTo>
                <a:lnTo>
                  <a:pt x="22656" y="289204"/>
                </a:lnTo>
                <a:lnTo>
                  <a:pt x="15036" y="242404"/>
                </a:lnTo>
                <a:lnTo>
                  <a:pt x="17881" y="196075"/>
                </a:lnTo>
                <a:lnTo>
                  <a:pt x="30353" y="151866"/>
                </a:lnTo>
                <a:lnTo>
                  <a:pt x="51663" y="111264"/>
                </a:lnTo>
                <a:lnTo>
                  <a:pt x="80962" y="75857"/>
                </a:lnTo>
                <a:lnTo>
                  <a:pt x="117436" y="47218"/>
                </a:lnTo>
                <a:lnTo>
                  <a:pt x="160274" y="26924"/>
                </a:lnTo>
                <a:lnTo>
                  <a:pt x="206006" y="16408"/>
                </a:lnTo>
                <a:lnTo>
                  <a:pt x="251129" y="15557"/>
                </a:lnTo>
                <a:lnTo>
                  <a:pt x="294474" y="23736"/>
                </a:lnTo>
                <a:lnTo>
                  <a:pt x="334835" y="40309"/>
                </a:lnTo>
                <a:lnTo>
                  <a:pt x="371005" y="64655"/>
                </a:lnTo>
                <a:lnTo>
                  <a:pt x="401802" y="96100"/>
                </a:lnTo>
                <a:lnTo>
                  <a:pt x="426034" y="134048"/>
                </a:lnTo>
                <a:lnTo>
                  <a:pt x="442506" y="177838"/>
                </a:lnTo>
                <a:lnTo>
                  <a:pt x="449465" y="233730"/>
                </a:lnTo>
                <a:lnTo>
                  <a:pt x="449465" y="149707"/>
                </a:lnTo>
                <a:lnTo>
                  <a:pt x="428307" y="106578"/>
                </a:lnTo>
                <a:lnTo>
                  <a:pt x="401993" y="72694"/>
                </a:lnTo>
                <a:lnTo>
                  <a:pt x="370281" y="44513"/>
                </a:lnTo>
                <a:lnTo>
                  <a:pt x="334111" y="22618"/>
                </a:lnTo>
                <a:lnTo>
                  <a:pt x="294462" y="7594"/>
                </a:lnTo>
                <a:lnTo>
                  <a:pt x="252285" y="0"/>
                </a:lnTo>
                <a:lnTo>
                  <a:pt x="208508" y="406"/>
                </a:lnTo>
                <a:lnTo>
                  <a:pt x="164109" y="9423"/>
                </a:lnTo>
                <a:lnTo>
                  <a:pt x="121551" y="27127"/>
                </a:lnTo>
                <a:lnTo>
                  <a:pt x="84340" y="52158"/>
                </a:lnTo>
                <a:lnTo>
                  <a:pt x="53086" y="83388"/>
                </a:lnTo>
                <a:lnTo>
                  <a:pt x="28409" y="119697"/>
                </a:lnTo>
                <a:lnTo>
                  <a:pt x="10934" y="159969"/>
                </a:lnTo>
                <a:lnTo>
                  <a:pt x="1270" y="203022"/>
                </a:lnTo>
                <a:lnTo>
                  <a:pt x="0" y="247929"/>
                </a:lnTo>
                <a:lnTo>
                  <a:pt x="7785" y="293382"/>
                </a:lnTo>
                <a:lnTo>
                  <a:pt x="10693" y="301269"/>
                </a:lnTo>
                <a:lnTo>
                  <a:pt x="14643" y="306184"/>
                </a:lnTo>
                <a:lnTo>
                  <a:pt x="20396" y="308724"/>
                </a:lnTo>
                <a:lnTo>
                  <a:pt x="28676" y="309435"/>
                </a:lnTo>
                <a:lnTo>
                  <a:pt x="437184" y="309435"/>
                </a:lnTo>
                <a:lnTo>
                  <a:pt x="438543" y="309486"/>
                </a:lnTo>
                <a:lnTo>
                  <a:pt x="447941" y="308978"/>
                </a:lnTo>
                <a:lnTo>
                  <a:pt x="453390" y="304965"/>
                </a:lnTo>
                <a:lnTo>
                  <a:pt x="456311" y="294093"/>
                </a:lnTo>
                <a:lnTo>
                  <a:pt x="457669" y="289039"/>
                </a:lnTo>
                <a:lnTo>
                  <a:pt x="464883" y="246951"/>
                </a:lnTo>
                <a:lnTo>
                  <a:pt x="464883" y="216954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60" name="object 37">
            <a:extLst>
              <a:ext uri="{FF2B5EF4-FFF2-40B4-BE49-F238E27FC236}">
                <a16:creationId xmlns:a16="http://schemas.microsoft.com/office/drawing/2014/main" id="{C4929F8A-6BC7-528F-F85C-F4CEEA661262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37480" y="4098494"/>
            <a:ext cx="56269" cy="131328"/>
          </a:xfrm>
          <a:prstGeom prst="rect">
            <a:avLst/>
          </a:prstGeom>
        </p:spPr>
      </p:pic>
      <p:sp>
        <p:nvSpPr>
          <p:cNvPr id="61" name="object 38">
            <a:extLst>
              <a:ext uri="{FF2B5EF4-FFF2-40B4-BE49-F238E27FC236}">
                <a16:creationId xmlns:a16="http://schemas.microsoft.com/office/drawing/2014/main" id="{2DECE61B-F2E4-A377-DDE5-3519CE4DB7CC}"/>
              </a:ext>
            </a:extLst>
          </p:cNvPr>
          <p:cNvSpPr/>
          <p:nvPr/>
        </p:nvSpPr>
        <p:spPr>
          <a:xfrm>
            <a:off x="4065607" y="4290979"/>
            <a:ext cx="0" cy="613022"/>
          </a:xfrm>
          <a:custGeom>
            <a:avLst/>
            <a:gdLst/>
            <a:ahLst/>
            <a:cxnLst/>
            <a:rect l="l" t="t" r="r" b="b"/>
            <a:pathLst>
              <a:path h="1010920">
                <a:moveTo>
                  <a:pt x="0" y="0"/>
                </a:moveTo>
                <a:lnTo>
                  <a:pt x="0" y="1010314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39">
            <a:extLst>
              <a:ext uri="{FF2B5EF4-FFF2-40B4-BE49-F238E27FC236}">
                <a16:creationId xmlns:a16="http://schemas.microsoft.com/office/drawing/2014/main" id="{7741FA89-CA89-9A7A-DC3A-65E76F9DCB58}"/>
              </a:ext>
            </a:extLst>
          </p:cNvPr>
          <p:cNvSpPr/>
          <p:nvPr/>
        </p:nvSpPr>
        <p:spPr>
          <a:xfrm>
            <a:off x="4007752" y="4895880"/>
            <a:ext cx="115904" cy="58145"/>
          </a:xfrm>
          <a:custGeom>
            <a:avLst/>
            <a:gdLst/>
            <a:ahLst/>
            <a:cxnLst/>
            <a:rect l="l" t="t" r="r" b="b"/>
            <a:pathLst>
              <a:path w="191134" h="95884">
                <a:moveTo>
                  <a:pt x="190810" y="0"/>
                </a:moveTo>
                <a:lnTo>
                  <a:pt x="0" y="0"/>
                </a:lnTo>
                <a:lnTo>
                  <a:pt x="95410" y="95379"/>
                </a:lnTo>
                <a:lnTo>
                  <a:pt x="190810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40">
            <a:extLst>
              <a:ext uri="{FF2B5EF4-FFF2-40B4-BE49-F238E27FC236}">
                <a16:creationId xmlns:a16="http://schemas.microsoft.com/office/drawing/2014/main" id="{E7E1EB05-C84E-F436-E3E4-2DA73F07C5B3}"/>
              </a:ext>
            </a:extLst>
          </p:cNvPr>
          <p:cNvSpPr/>
          <p:nvPr/>
        </p:nvSpPr>
        <p:spPr>
          <a:xfrm>
            <a:off x="2356031" y="4680701"/>
            <a:ext cx="1619967" cy="0"/>
          </a:xfrm>
          <a:custGeom>
            <a:avLst/>
            <a:gdLst/>
            <a:ahLst/>
            <a:cxnLst/>
            <a:rect l="l" t="t" r="r" b="b"/>
            <a:pathLst>
              <a:path w="2671445">
                <a:moveTo>
                  <a:pt x="0" y="0"/>
                </a:moveTo>
                <a:lnTo>
                  <a:pt x="2671436" y="0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41">
            <a:extLst>
              <a:ext uri="{FF2B5EF4-FFF2-40B4-BE49-F238E27FC236}">
                <a16:creationId xmlns:a16="http://schemas.microsoft.com/office/drawing/2014/main" id="{2EC4D27A-035D-4FF2-3D01-FAA306AD253D}"/>
              </a:ext>
            </a:extLst>
          </p:cNvPr>
          <p:cNvSpPr/>
          <p:nvPr/>
        </p:nvSpPr>
        <p:spPr>
          <a:xfrm>
            <a:off x="3968237" y="4622848"/>
            <a:ext cx="58145" cy="115904"/>
          </a:xfrm>
          <a:custGeom>
            <a:avLst/>
            <a:gdLst/>
            <a:ahLst/>
            <a:cxnLst/>
            <a:rect l="l" t="t" r="r" b="b"/>
            <a:pathLst>
              <a:path w="95884" h="191134">
                <a:moveTo>
                  <a:pt x="0" y="0"/>
                </a:moveTo>
                <a:lnTo>
                  <a:pt x="0" y="190810"/>
                </a:lnTo>
                <a:lnTo>
                  <a:pt x="95379" y="95400"/>
                </a:lnTo>
                <a:lnTo>
                  <a:pt x="0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65" name="object 42">
            <a:extLst>
              <a:ext uri="{FF2B5EF4-FFF2-40B4-BE49-F238E27FC236}">
                <a16:creationId xmlns:a16="http://schemas.microsoft.com/office/drawing/2014/main" id="{ED596636-158F-9EAF-A101-3D9DE1EE7E6A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03976" y="4940810"/>
            <a:ext cx="496932" cy="496517"/>
          </a:xfrm>
          <a:prstGeom prst="rect">
            <a:avLst/>
          </a:prstGeom>
        </p:spPr>
      </p:pic>
      <p:pic>
        <p:nvPicPr>
          <p:cNvPr id="66" name="object 43">
            <a:extLst>
              <a:ext uri="{FF2B5EF4-FFF2-40B4-BE49-F238E27FC236}">
                <a16:creationId xmlns:a16="http://schemas.microsoft.com/office/drawing/2014/main" id="{8A8082FE-D85B-75A1-63C3-CA77A3A397DA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78705" y="5776280"/>
            <a:ext cx="115707" cy="230926"/>
          </a:xfrm>
          <a:prstGeom prst="rect">
            <a:avLst/>
          </a:prstGeom>
        </p:spPr>
      </p:pic>
      <p:sp>
        <p:nvSpPr>
          <p:cNvPr id="67" name="object 44">
            <a:extLst>
              <a:ext uri="{FF2B5EF4-FFF2-40B4-BE49-F238E27FC236}">
                <a16:creationId xmlns:a16="http://schemas.microsoft.com/office/drawing/2014/main" id="{D6E8820D-A4E3-18C5-8FD9-0CB70638FC63}"/>
              </a:ext>
            </a:extLst>
          </p:cNvPr>
          <p:cNvSpPr/>
          <p:nvPr/>
        </p:nvSpPr>
        <p:spPr>
          <a:xfrm>
            <a:off x="2349604" y="5072964"/>
            <a:ext cx="2574157" cy="676173"/>
          </a:xfrm>
          <a:custGeom>
            <a:avLst/>
            <a:gdLst/>
            <a:ahLst/>
            <a:cxnLst/>
            <a:rect l="l" t="t" r="r" b="b"/>
            <a:pathLst>
              <a:path w="4244975" h="1115059">
                <a:moveTo>
                  <a:pt x="4244572" y="1114950"/>
                </a:moveTo>
                <a:lnTo>
                  <a:pt x="0" y="1114950"/>
                </a:lnTo>
                <a:lnTo>
                  <a:pt x="0" y="0"/>
                </a:lnTo>
                <a:lnTo>
                  <a:pt x="4244572" y="0"/>
                </a:lnTo>
                <a:lnTo>
                  <a:pt x="4244572" y="1114950"/>
                </a:lnTo>
                <a:close/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68" name="object 45">
            <a:extLst>
              <a:ext uri="{FF2B5EF4-FFF2-40B4-BE49-F238E27FC236}">
                <a16:creationId xmlns:a16="http://schemas.microsoft.com/office/drawing/2014/main" id="{46E4B9AB-547A-82D0-D7CC-1091032EB280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56726" y="5130941"/>
            <a:ext cx="230925" cy="115707"/>
          </a:xfrm>
          <a:prstGeom prst="rect">
            <a:avLst/>
          </a:prstGeom>
        </p:spPr>
      </p:pic>
      <p:sp>
        <p:nvSpPr>
          <p:cNvPr id="69" name="object 46">
            <a:extLst>
              <a:ext uri="{FF2B5EF4-FFF2-40B4-BE49-F238E27FC236}">
                <a16:creationId xmlns:a16="http://schemas.microsoft.com/office/drawing/2014/main" id="{4E39307F-AB12-05A0-A6E1-DE023301F10C}"/>
              </a:ext>
            </a:extLst>
          </p:cNvPr>
          <p:cNvSpPr/>
          <p:nvPr/>
        </p:nvSpPr>
        <p:spPr>
          <a:xfrm>
            <a:off x="1294239" y="5212884"/>
            <a:ext cx="2080119" cy="1097048"/>
          </a:xfrm>
          <a:custGeom>
            <a:avLst/>
            <a:gdLst/>
            <a:ahLst/>
            <a:cxnLst/>
            <a:rect l="l" t="t" r="r" b="b"/>
            <a:pathLst>
              <a:path w="3430270" h="1809115">
                <a:moveTo>
                  <a:pt x="3429853" y="1808803"/>
                </a:moveTo>
                <a:lnTo>
                  <a:pt x="150435" y="1808803"/>
                </a:lnTo>
                <a:lnTo>
                  <a:pt x="102888" y="1801134"/>
                </a:lnTo>
                <a:lnTo>
                  <a:pt x="61593" y="1779779"/>
                </a:lnTo>
                <a:lnTo>
                  <a:pt x="29027" y="1747214"/>
                </a:lnTo>
                <a:lnTo>
                  <a:pt x="7669" y="1705918"/>
                </a:lnTo>
                <a:lnTo>
                  <a:pt x="0" y="1658368"/>
                </a:lnTo>
                <a:lnTo>
                  <a:pt x="0" y="150414"/>
                </a:lnTo>
                <a:lnTo>
                  <a:pt x="7500" y="103377"/>
                </a:lnTo>
                <a:lnTo>
                  <a:pt x="28405" y="62423"/>
                </a:lnTo>
                <a:lnTo>
                  <a:pt x="60319" y="29947"/>
                </a:lnTo>
                <a:lnTo>
                  <a:pt x="100848" y="8341"/>
                </a:lnTo>
                <a:lnTo>
                  <a:pt x="147597" y="0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47">
            <a:extLst>
              <a:ext uri="{FF2B5EF4-FFF2-40B4-BE49-F238E27FC236}">
                <a16:creationId xmlns:a16="http://schemas.microsoft.com/office/drawing/2014/main" id="{2FB0DB65-5E58-9BC9-0A20-4CA1750AD100}"/>
              </a:ext>
            </a:extLst>
          </p:cNvPr>
          <p:cNvSpPr/>
          <p:nvPr/>
        </p:nvSpPr>
        <p:spPr>
          <a:xfrm>
            <a:off x="1375645" y="5155364"/>
            <a:ext cx="58530" cy="115904"/>
          </a:xfrm>
          <a:custGeom>
            <a:avLst/>
            <a:gdLst/>
            <a:ahLst/>
            <a:cxnLst/>
            <a:rect l="l" t="t" r="r" b="b"/>
            <a:pathLst>
              <a:path w="96519" h="191134">
                <a:moveTo>
                  <a:pt x="0" y="0"/>
                </a:moveTo>
                <a:lnTo>
                  <a:pt x="1141" y="190800"/>
                </a:lnTo>
                <a:lnTo>
                  <a:pt x="95944" y="94834"/>
                </a:lnTo>
                <a:lnTo>
                  <a:pt x="0" y="0"/>
                </a:lnTo>
                <a:close/>
              </a:path>
            </a:pathLst>
          </a:custGeom>
          <a:solidFill>
            <a:srgbClr val="31CFFF"/>
          </a:solidFill>
          <a:ln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48">
            <a:extLst>
              <a:ext uri="{FF2B5EF4-FFF2-40B4-BE49-F238E27FC236}">
                <a16:creationId xmlns:a16="http://schemas.microsoft.com/office/drawing/2014/main" id="{0D77B009-8C7F-BC6A-C14E-C9C176DBC46B}"/>
              </a:ext>
            </a:extLst>
          </p:cNvPr>
          <p:cNvSpPr/>
          <p:nvPr/>
        </p:nvSpPr>
        <p:spPr>
          <a:xfrm>
            <a:off x="5837647" y="1558754"/>
            <a:ext cx="801319" cy="801319"/>
          </a:xfrm>
          <a:custGeom>
            <a:avLst/>
            <a:gdLst/>
            <a:ahLst/>
            <a:cxnLst/>
            <a:rect l="l" t="t" r="r" b="b"/>
            <a:pathLst>
              <a:path w="1321434" h="1321435">
                <a:moveTo>
                  <a:pt x="660587" y="0"/>
                </a:moveTo>
                <a:lnTo>
                  <a:pt x="613410" y="1658"/>
                </a:lnTo>
                <a:lnTo>
                  <a:pt x="567128" y="6559"/>
                </a:lnTo>
                <a:lnTo>
                  <a:pt x="521854" y="14591"/>
                </a:lnTo>
                <a:lnTo>
                  <a:pt x="477698" y="25643"/>
                </a:lnTo>
                <a:lnTo>
                  <a:pt x="434773" y="39601"/>
                </a:lnTo>
                <a:lnTo>
                  <a:pt x="393191" y="56355"/>
                </a:lnTo>
                <a:lnTo>
                  <a:pt x="353063" y="75793"/>
                </a:lnTo>
                <a:lnTo>
                  <a:pt x="314500" y="97803"/>
                </a:lnTo>
                <a:lnTo>
                  <a:pt x="277616" y="122273"/>
                </a:lnTo>
                <a:lnTo>
                  <a:pt x="242521" y="149091"/>
                </a:lnTo>
                <a:lnTo>
                  <a:pt x="209328" y="178147"/>
                </a:lnTo>
                <a:lnTo>
                  <a:pt x="178148" y="209326"/>
                </a:lnTo>
                <a:lnTo>
                  <a:pt x="149092" y="242519"/>
                </a:lnTo>
                <a:lnTo>
                  <a:pt x="122274" y="277614"/>
                </a:lnTo>
                <a:lnTo>
                  <a:pt x="97803" y="314498"/>
                </a:lnTo>
                <a:lnTo>
                  <a:pt x="75794" y="353059"/>
                </a:lnTo>
                <a:lnTo>
                  <a:pt x="56356" y="393186"/>
                </a:lnTo>
                <a:lnTo>
                  <a:pt x="39601" y="434768"/>
                </a:lnTo>
                <a:lnTo>
                  <a:pt x="25643" y="477692"/>
                </a:lnTo>
                <a:lnTo>
                  <a:pt x="14592" y="521847"/>
                </a:lnTo>
                <a:lnTo>
                  <a:pt x="6559" y="567120"/>
                </a:lnTo>
                <a:lnTo>
                  <a:pt x="1658" y="613401"/>
                </a:lnTo>
                <a:lnTo>
                  <a:pt x="0" y="660576"/>
                </a:lnTo>
                <a:lnTo>
                  <a:pt x="1658" y="707752"/>
                </a:lnTo>
                <a:lnTo>
                  <a:pt x="6559" y="754032"/>
                </a:lnTo>
                <a:lnTo>
                  <a:pt x="14592" y="799306"/>
                </a:lnTo>
                <a:lnTo>
                  <a:pt x="25643" y="843460"/>
                </a:lnTo>
                <a:lnTo>
                  <a:pt x="39601" y="886384"/>
                </a:lnTo>
                <a:lnTo>
                  <a:pt x="56356" y="927966"/>
                </a:lnTo>
                <a:lnTo>
                  <a:pt x="75794" y="968093"/>
                </a:lnTo>
                <a:lnTo>
                  <a:pt x="97803" y="1006655"/>
                </a:lnTo>
                <a:lnTo>
                  <a:pt x="122274" y="1043539"/>
                </a:lnTo>
                <a:lnTo>
                  <a:pt x="149092" y="1078633"/>
                </a:lnTo>
                <a:lnTo>
                  <a:pt x="178148" y="1111826"/>
                </a:lnTo>
                <a:lnTo>
                  <a:pt x="209328" y="1143006"/>
                </a:lnTo>
                <a:lnTo>
                  <a:pt x="242521" y="1172061"/>
                </a:lnTo>
                <a:lnTo>
                  <a:pt x="277616" y="1198879"/>
                </a:lnTo>
                <a:lnTo>
                  <a:pt x="314500" y="1223349"/>
                </a:lnTo>
                <a:lnTo>
                  <a:pt x="353063" y="1245359"/>
                </a:lnTo>
                <a:lnTo>
                  <a:pt x="393191" y="1264797"/>
                </a:lnTo>
                <a:lnTo>
                  <a:pt x="434773" y="1281551"/>
                </a:lnTo>
                <a:lnTo>
                  <a:pt x="477698" y="1295510"/>
                </a:lnTo>
                <a:lnTo>
                  <a:pt x="521854" y="1306561"/>
                </a:lnTo>
                <a:lnTo>
                  <a:pt x="567128" y="1314593"/>
                </a:lnTo>
                <a:lnTo>
                  <a:pt x="613410" y="1319494"/>
                </a:lnTo>
                <a:lnTo>
                  <a:pt x="660587" y="1321153"/>
                </a:lnTo>
                <a:lnTo>
                  <a:pt x="707762" y="1319494"/>
                </a:lnTo>
                <a:lnTo>
                  <a:pt x="754043" y="1314593"/>
                </a:lnTo>
                <a:lnTo>
                  <a:pt x="799316" y="1306561"/>
                </a:lnTo>
                <a:lnTo>
                  <a:pt x="843471" y="1295510"/>
                </a:lnTo>
                <a:lnTo>
                  <a:pt x="886395" y="1281551"/>
                </a:lnTo>
                <a:lnTo>
                  <a:pt x="927976" y="1264797"/>
                </a:lnTo>
                <a:lnTo>
                  <a:pt x="968104" y="1245359"/>
                </a:lnTo>
                <a:lnTo>
                  <a:pt x="1006665" y="1223349"/>
                </a:lnTo>
                <a:lnTo>
                  <a:pt x="1043549" y="1198879"/>
                </a:lnTo>
                <a:lnTo>
                  <a:pt x="1078643" y="1172061"/>
                </a:lnTo>
                <a:lnTo>
                  <a:pt x="1111836" y="1143006"/>
                </a:lnTo>
                <a:lnTo>
                  <a:pt x="1143016" y="1111826"/>
                </a:lnTo>
                <a:lnTo>
                  <a:pt x="1172071" y="1078633"/>
                </a:lnTo>
                <a:lnTo>
                  <a:pt x="1198890" y="1043539"/>
                </a:lnTo>
                <a:lnTo>
                  <a:pt x="1223360" y="1006655"/>
                </a:lnTo>
                <a:lnTo>
                  <a:pt x="1245370" y="968093"/>
                </a:lnTo>
                <a:lnTo>
                  <a:pt x="1264808" y="927966"/>
                </a:lnTo>
                <a:lnTo>
                  <a:pt x="1281562" y="886384"/>
                </a:lnTo>
                <a:lnTo>
                  <a:pt x="1295520" y="843460"/>
                </a:lnTo>
                <a:lnTo>
                  <a:pt x="1306571" y="799306"/>
                </a:lnTo>
                <a:lnTo>
                  <a:pt x="1314604" y="754032"/>
                </a:lnTo>
                <a:lnTo>
                  <a:pt x="1319505" y="707752"/>
                </a:lnTo>
                <a:lnTo>
                  <a:pt x="1321163" y="660576"/>
                </a:lnTo>
                <a:lnTo>
                  <a:pt x="1319505" y="613401"/>
                </a:lnTo>
                <a:lnTo>
                  <a:pt x="1314604" y="567120"/>
                </a:lnTo>
                <a:lnTo>
                  <a:pt x="1306571" y="521847"/>
                </a:lnTo>
                <a:lnTo>
                  <a:pt x="1295520" y="477692"/>
                </a:lnTo>
                <a:lnTo>
                  <a:pt x="1281562" y="434768"/>
                </a:lnTo>
                <a:lnTo>
                  <a:pt x="1264808" y="393186"/>
                </a:lnTo>
                <a:lnTo>
                  <a:pt x="1245370" y="353059"/>
                </a:lnTo>
                <a:lnTo>
                  <a:pt x="1223360" y="314498"/>
                </a:lnTo>
                <a:lnTo>
                  <a:pt x="1198890" y="277614"/>
                </a:lnTo>
                <a:lnTo>
                  <a:pt x="1172071" y="242519"/>
                </a:lnTo>
                <a:lnTo>
                  <a:pt x="1143016" y="209326"/>
                </a:lnTo>
                <a:lnTo>
                  <a:pt x="1111836" y="178147"/>
                </a:lnTo>
                <a:lnTo>
                  <a:pt x="1078643" y="149091"/>
                </a:lnTo>
                <a:lnTo>
                  <a:pt x="1043549" y="122273"/>
                </a:lnTo>
                <a:lnTo>
                  <a:pt x="1006665" y="97803"/>
                </a:lnTo>
                <a:lnTo>
                  <a:pt x="968104" y="75793"/>
                </a:lnTo>
                <a:lnTo>
                  <a:pt x="927976" y="56355"/>
                </a:lnTo>
                <a:lnTo>
                  <a:pt x="886395" y="39601"/>
                </a:lnTo>
                <a:lnTo>
                  <a:pt x="843471" y="25643"/>
                </a:lnTo>
                <a:lnTo>
                  <a:pt x="799316" y="14591"/>
                </a:lnTo>
                <a:lnTo>
                  <a:pt x="754043" y="6559"/>
                </a:lnTo>
                <a:lnTo>
                  <a:pt x="707762" y="1658"/>
                </a:lnTo>
                <a:lnTo>
                  <a:pt x="660587" y="0"/>
                </a:lnTo>
                <a:close/>
              </a:path>
            </a:pathLst>
          </a:custGeom>
          <a:solidFill>
            <a:srgbClr val="C6D3EB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49">
            <a:extLst>
              <a:ext uri="{FF2B5EF4-FFF2-40B4-BE49-F238E27FC236}">
                <a16:creationId xmlns:a16="http://schemas.microsoft.com/office/drawing/2014/main" id="{08A6CC7D-3A17-A8C9-906A-1F11207E7CD4}"/>
              </a:ext>
            </a:extLst>
          </p:cNvPr>
          <p:cNvSpPr/>
          <p:nvPr/>
        </p:nvSpPr>
        <p:spPr>
          <a:xfrm>
            <a:off x="6006157" y="1804871"/>
            <a:ext cx="464388" cy="309592"/>
          </a:xfrm>
          <a:custGeom>
            <a:avLst/>
            <a:gdLst/>
            <a:ahLst/>
            <a:cxnLst/>
            <a:rect l="l" t="t" r="r" b="b"/>
            <a:pathLst>
              <a:path w="765809" h="510539">
                <a:moveTo>
                  <a:pt x="458990" y="389572"/>
                </a:moveTo>
                <a:lnTo>
                  <a:pt x="457390" y="365455"/>
                </a:lnTo>
                <a:lnTo>
                  <a:pt x="448195" y="342874"/>
                </a:lnTo>
                <a:lnTo>
                  <a:pt x="438277" y="331089"/>
                </a:lnTo>
                <a:lnTo>
                  <a:pt x="433654" y="325589"/>
                </a:lnTo>
                <a:lnTo>
                  <a:pt x="433654" y="381254"/>
                </a:lnTo>
                <a:lnTo>
                  <a:pt x="429907" y="401434"/>
                </a:lnTo>
                <a:lnTo>
                  <a:pt x="419201" y="417855"/>
                </a:lnTo>
                <a:lnTo>
                  <a:pt x="403098" y="428917"/>
                </a:lnTo>
                <a:lnTo>
                  <a:pt x="383108" y="433082"/>
                </a:lnTo>
                <a:lnTo>
                  <a:pt x="363245" y="429260"/>
                </a:lnTo>
                <a:lnTo>
                  <a:pt x="346989" y="418515"/>
                </a:lnTo>
                <a:lnTo>
                  <a:pt x="335965" y="402475"/>
                </a:lnTo>
                <a:lnTo>
                  <a:pt x="331851" y="382739"/>
                </a:lnTo>
                <a:lnTo>
                  <a:pt x="335762" y="362661"/>
                </a:lnTo>
                <a:lnTo>
                  <a:pt x="362877" y="335153"/>
                </a:lnTo>
                <a:lnTo>
                  <a:pt x="402348" y="335051"/>
                </a:lnTo>
                <a:lnTo>
                  <a:pt x="433654" y="381254"/>
                </a:lnTo>
                <a:lnTo>
                  <a:pt x="433654" y="325589"/>
                </a:lnTo>
                <a:lnTo>
                  <a:pt x="431812" y="323392"/>
                </a:lnTo>
                <a:lnTo>
                  <a:pt x="429158" y="321068"/>
                </a:lnTo>
                <a:lnTo>
                  <a:pt x="426885" y="317004"/>
                </a:lnTo>
                <a:lnTo>
                  <a:pt x="425881" y="306273"/>
                </a:lnTo>
                <a:lnTo>
                  <a:pt x="422198" y="266788"/>
                </a:lnTo>
                <a:lnTo>
                  <a:pt x="417944" y="220306"/>
                </a:lnTo>
                <a:lnTo>
                  <a:pt x="409625" y="128054"/>
                </a:lnTo>
                <a:lnTo>
                  <a:pt x="409511" y="127342"/>
                </a:lnTo>
                <a:lnTo>
                  <a:pt x="406857" y="117157"/>
                </a:lnTo>
                <a:lnTo>
                  <a:pt x="401142" y="109004"/>
                </a:lnTo>
                <a:lnTo>
                  <a:pt x="400215" y="108407"/>
                </a:lnTo>
                <a:lnTo>
                  <a:pt x="400215" y="306273"/>
                </a:lnTo>
                <a:lnTo>
                  <a:pt x="365328" y="306273"/>
                </a:lnTo>
                <a:lnTo>
                  <a:pt x="381558" y="128181"/>
                </a:lnTo>
                <a:lnTo>
                  <a:pt x="383882" y="128054"/>
                </a:lnTo>
                <a:lnTo>
                  <a:pt x="400215" y="306273"/>
                </a:lnTo>
                <a:lnTo>
                  <a:pt x="400215" y="108407"/>
                </a:lnTo>
                <a:lnTo>
                  <a:pt x="392963" y="103695"/>
                </a:lnTo>
                <a:lnTo>
                  <a:pt x="382892" y="101777"/>
                </a:lnTo>
                <a:lnTo>
                  <a:pt x="372757" y="103606"/>
                </a:lnTo>
                <a:lnTo>
                  <a:pt x="364502" y="108839"/>
                </a:lnTo>
                <a:lnTo>
                  <a:pt x="358711" y="116941"/>
                </a:lnTo>
                <a:lnTo>
                  <a:pt x="355968" y="127342"/>
                </a:lnTo>
                <a:lnTo>
                  <a:pt x="347535" y="220599"/>
                </a:lnTo>
                <a:lnTo>
                  <a:pt x="343281" y="267068"/>
                </a:lnTo>
                <a:lnTo>
                  <a:pt x="338607" y="316903"/>
                </a:lnTo>
                <a:lnTo>
                  <a:pt x="336130" y="321144"/>
                </a:lnTo>
                <a:lnTo>
                  <a:pt x="333336" y="323659"/>
                </a:lnTo>
                <a:lnTo>
                  <a:pt x="321792" y="336118"/>
                </a:lnTo>
                <a:lnTo>
                  <a:pt x="313410" y="350024"/>
                </a:lnTo>
                <a:lnTo>
                  <a:pt x="308203" y="365467"/>
                </a:lnTo>
                <a:lnTo>
                  <a:pt x="306209" y="382511"/>
                </a:lnTo>
                <a:lnTo>
                  <a:pt x="306451" y="385864"/>
                </a:lnTo>
                <a:lnTo>
                  <a:pt x="306400" y="389636"/>
                </a:lnTo>
                <a:lnTo>
                  <a:pt x="329171" y="436816"/>
                </a:lnTo>
                <a:lnTo>
                  <a:pt x="371436" y="457949"/>
                </a:lnTo>
                <a:lnTo>
                  <a:pt x="396976" y="457276"/>
                </a:lnTo>
                <a:lnTo>
                  <a:pt x="419912" y="449160"/>
                </a:lnTo>
                <a:lnTo>
                  <a:pt x="438886" y="434352"/>
                </a:lnTo>
                <a:lnTo>
                  <a:pt x="439724" y="433082"/>
                </a:lnTo>
                <a:lnTo>
                  <a:pt x="452564" y="413588"/>
                </a:lnTo>
                <a:lnTo>
                  <a:pt x="458990" y="389572"/>
                </a:lnTo>
                <a:close/>
              </a:path>
              <a:path w="765809" h="510539">
                <a:moveTo>
                  <a:pt x="714552" y="378028"/>
                </a:moveTo>
                <a:lnTo>
                  <a:pt x="706551" y="310667"/>
                </a:lnTo>
                <a:lnTo>
                  <a:pt x="692111" y="263245"/>
                </a:lnTo>
                <a:lnTo>
                  <a:pt x="671652" y="219646"/>
                </a:lnTo>
                <a:lnTo>
                  <a:pt x="645731" y="180225"/>
                </a:lnTo>
                <a:lnTo>
                  <a:pt x="614921" y="145338"/>
                </a:lnTo>
                <a:lnTo>
                  <a:pt x="579793" y="115366"/>
                </a:lnTo>
                <a:lnTo>
                  <a:pt x="540918" y="90652"/>
                </a:lnTo>
                <a:lnTo>
                  <a:pt x="498868" y="71564"/>
                </a:lnTo>
                <a:lnTo>
                  <a:pt x="454202" y="58458"/>
                </a:lnTo>
                <a:lnTo>
                  <a:pt x="407504" y="51701"/>
                </a:lnTo>
                <a:lnTo>
                  <a:pt x="359333" y="51650"/>
                </a:lnTo>
                <a:lnTo>
                  <a:pt x="310261" y="58674"/>
                </a:lnTo>
                <a:lnTo>
                  <a:pt x="263080" y="72745"/>
                </a:lnTo>
                <a:lnTo>
                  <a:pt x="219367" y="93421"/>
                </a:lnTo>
                <a:lnTo>
                  <a:pt x="179616" y="120027"/>
                </a:lnTo>
                <a:lnTo>
                  <a:pt x="144297" y="151904"/>
                </a:lnTo>
                <a:lnTo>
                  <a:pt x="113893" y="188353"/>
                </a:lnTo>
                <a:lnTo>
                  <a:pt x="88900" y="228727"/>
                </a:lnTo>
                <a:lnTo>
                  <a:pt x="69799" y="272338"/>
                </a:lnTo>
                <a:lnTo>
                  <a:pt x="57086" y="318528"/>
                </a:lnTo>
                <a:lnTo>
                  <a:pt x="51231" y="366610"/>
                </a:lnTo>
                <a:lnTo>
                  <a:pt x="52717" y="415925"/>
                </a:lnTo>
                <a:lnTo>
                  <a:pt x="53644" y="423710"/>
                </a:lnTo>
                <a:lnTo>
                  <a:pt x="56032" y="439216"/>
                </a:lnTo>
                <a:lnTo>
                  <a:pt x="59004" y="455180"/>
                </a:lnTo>
                <a:lnTo>
                  <a:pt x="64973" y="459244"/>
                </a:lnTo>
                <a:lnTo>
                  <a:pt x="79298" y="456933"/>
                </a:lnTo>
                <a:lnTo>
                  <a:pt x="83185" y="451218"/>
                </a:lnTo>
                <a:lnTo>
                  <a:pt x="82270" y="440842"/>
                </a:lnTo>
                <a:lnTo>
                  <a:pt x="81686" y="438658"/>
                </a:lnTo>
                <a:lnTo>
                  <a:pt x="76339" y="395033"/>
                </a:lnTo>
                <a:lnTo>
                  <a:pt x="121970" y="394944"/>
                </a:lnTo>
                <a:lnTo>
                  <a:pt x="127558" y="390118"/>
                </a:lnTo>
                <a:lnTo>
                  <a:pt x="127190" y="373875"/>
                </a:lnTo>
                <a:lnTo>
                  <a:pt x="121920" y="369620"/>
                </a:lnTo>
                <a:lnTo>
                  <a:pt x="77050" y="369544"/>
                </a:lnTo>
                <a:lnTo>
                  <a:pt x="80225" y="335673"/>
                </a:lnTo>
                <a:lnTo>
                  <a:pt x="87045" y="302983"/>
                </a:lnTo>
                <a:lnTo>
                  <a:pt x="97485" y="271310"/>
                </a:lnTo>
                <a:lnTo>
                  <a:pt x="111506" y="240461"/>
                </a:lnTo>
                <a:lnTo>
                  <a:pt x="137972" y="255612"/>
                </a:lnTo>
                <a:lnTo>
                  <a:pt x="150914" y="262648"/>
                </a:lnTo>
                <a:lnTo>
                  <a:pt x="157784" y="260781"/>
                </a:lnTo>
                <a:lnTo>
                  <a:pt x="164896" y="249605"/>
                </a:lnTo>
                <a:lnTo>
                  <a:pt x="163766" y="242570"/>
                </a:lnTo>
                <a:lnTo>
                  <a:pt x="156845" y="236905"/>
                </a:lnTo>
                <a:lnTo>
                  <a:pt x="154800" y="235889"/>
                </a:lnTo>
                <a:lnTo>
                  <a:pt x="124802" y="218351"/>
                </a:lnTo>
                <a:lnTo>
                  <a:pt x="143992" y="191122"/>
                </a:lnTo>
                <a:lnTo>
                  <a:pt x="170281" y="162382"/>
                </a:lnTo>
                <a:lnTo>
                  <a:pt x="197472" y="138252"/>
                </a:lnTo>
                <a:lnTo>
                  <a:pt x="219392" y="124828"/>
                </a:lnTo>
                <a:lnTo>
                  <a:pt x="241350" y="162585"/>
                </a:lnTo>
                <a:lnTo>
                  <a:pt x="248183" y="165201"/>
                </a:lnTo>
                <a:lnTo>
                  <a:pt x="262115" y="157162"/>
                </a:lnTo>
                <a:lnTo>
                  <a:pt x="263296" y="149847"/>
                </a:lnTo>
                <a:lnTo>
                  <a:pt x="240703" y="110578"/>
                </a:lnTo>
                <a:lnTo>
                  <a:pt x="288137" y="91401"/>
                </a:lnTo>
                <a:lnTo>
                  <a:pt x="335432" y="79883"/>
                </a:lnTo>
                <a:lnTo>
                  <a:pt x="382676" y="76022"/>
                </a:lnTo>
                <a:lnTo>
                  <a:pt x="429945" y="79857"/>
                </a:lnTo>
                <a:lnTo>
                  <a:pt x="477278" y="91376"/>
                </a:lnTo>
                <a:lnTo>
                  <a:pt x="524789" y="110591"/>
                </a:lnTo>
                <a:lnTo>
                  <a:pt x="502259" y="149872"/>
                </a:lnTo>
                <a:lnTo>
                  <a:pt x="503440" y="156997"/>
                </a:lnTo>
                <a:lnTo>
                  <a:pt x="517055" y="165252"/>
                </a:lnTo>
                <a:lnTo>
                  <a:pt x="524090" y="162725"/>
                </a:lnTo>
                <a:lnTo>
                  <a:pt x="546709" y="123850"/>
                </a:lnTo>
                <a:lnTo>
                  <a:pt x="574230" y="143624"/>
                </a:lnTo>
                <a:lnTo>
                  <a:pt x="599071" y="165887"/>
                </a:lnTo>
                <a:lnTo>
                  <a:pt x="621334" y="190754"/>
                </a:lnTo>
                <a:lnTo>
                  <a:pt x="641121" y="218274"/>
                </a:lnTo>
                <a:lnTo>
                  <a:pt x="609092" y="236880"/>
                </a:lnTo>
                <a:lnTo>
                  <a:pt x="603948" y="242011"/>
                </a:lnTo>
                <a:lnTo>
                  <a:pt x="601992" y="248310"/>
                </a:lnTo>
                <a:lnTo>
                  <a:pt x="603364" y="254342"/>
                </a:lnTo>
                <a:lnTo>
                  <a:pt x="608190" y="258673"/>
                </a:lnTo>
                <a:lnTo>
                  <a:pt x="612178" y="260515"/>
                </a:lnTo>
                <a:lnTo>
                  <a:pt x="618591" y="259969"/>
                </a:lnTo>
                <a:lnTo>
                  <a:pt x="630618" y="253987"/>
                </a:lnTo>
                <a:lnTo>
                  <a:pt x="638378" y="249618"/>
                </a:lnTo>
                <a:lnTo>
                  <a:pt x="654024" y="240436"/>
                </a:lnTo>
                <a:lnTo>
                  <a:pt x="668032" y="271449"/>
                </a:lnTo>
                <a:lnTo>
                  <a:pt x="678484" y="303187"/>
                </a:lnTo>
                <a:lnTo>
                  <a:pt x="685304" y="335826"/>
                </a:lnTo>
                <a:lnTo>
                  <a:pt x="688416" y="369582"/>
                </a:lnTo>
                <a:lnTo>
                  <a:pt x="669264" y="369519"/>
                </a:lnTo>
                <a:lnTo>
                  <a:pt x="641921" y="369849"/>
                </a:lnTo>
                <a:lnTo>
                  <a:pt x="636371" y="376923"/>
                </a:lnTo>
                <a:lnTo>
                  <a:pt x="640283" y="392315"/>
                </a:lnTo>
                <a:lnTo>
                  <a:pt x="645553" y="395020"/>
                </a:lnTo>
                <a:lnTo>
                  <a:pt x="689381" y="395033"/>
                </a:lnTo>
                <a:lnTo>
                  <a:pt x="681939" y="451065"/>
                </a:lnTo>
                <a:lnTo>
                  <a:pt x="685431" y="457047"/>
                </a:lnTo>
                <a:lnTo>
                  <a:pt x="701014" y="459600"/>
                </a:lnTo>
                <a:lnTo>
                  <a:pt x="706628" y="455028"/>
                </a:lnTo>
                <a:lnTo>
                  <a:pt x="708418" y="445643"/>
                </a:lnTo>
                <a:lnTo>
                  <a:pt x="713193" y="411810"/>
                </a:lnTo>
                <a:lnTo>
                  <a:pt x="714552" y="378028"/>
                </a:lnTo>
                <a:close/>
              </a:path>
              <a:path w="765809" h="510539">
                <a:moveTo>
                  <a:pt x="765479" y="357771"/>
                </a:moveTo>
                <a:lnTo>
                  <a:pt x="763955" y="346163"/>
                </a:lnTo>
                <a:lnTo>
                  <a:pt x="762520" y="334860"/>
                </a:lnTo>
                <a:lnTo>
                  <a:pt x="760920" y="323430"/>
                </a:lnTo>
                <a:lnTo>
                  <a:pt x="758990" y="312064"/>
                </a:lnTo>
                <a:lnTo>
                  <a:pt x="747064" y="265176"/>
                </a:lnTo>
                <a:lnTo>
                  <a:pt x="740130" y="247396"/>
                </a:lnTo>
                <a:lnTo>
                  <a:pt x="740130" y="385368"/>
                </a:lnTo>
                <a:lnTo>
                  <a:pt x="736612" y="431330"/>
                </a:lnTo>
                <a:lnTo>
                  <a:pt x="727125" y="477227"/>
                </a:lnTo>
                <a:lnTo>
                  <a:pt x="725563" y="482981"/>
                </a:lnTo>
                <a:lnTo>
                  <a:pt x="723214" y="484492"/>
                </a:lnTo>
                <a:lnTo>
                  <a:pt x="382714" y="484352"/>
                </a:lnTo>
                <a:lnTo>
                  <a:pt x="382714" y="484479"/>
                </a:lnTo>
                <a:lnTo>
                  <a:pt x="42278" y="484644"/>
                </a:lnTo>
                <a:lnTo>
                  <a:pt x="28613" y="431761"/>
                </a:lnTo>
                <a:lnTo>
                  <a:pt x="25171" y="386816"/>
                </a:lnTo>
                <a:lnTo>
                  <a:pt x="27520" y="342303"/>
                </a:lnTo>
                <a:lnTo>
                  <a:pt x="35369" y="298716"/>
                </a:lnTo>
                <a:lnTo>
                  <a:pt x="48475" y="256590"/>
                </a:lnTo>
                <a:lnTo>
                  <a:pt x="66548" y="216408"/>
                </a:lnTo>
                <a:lnTo>
                  <a:pt x="89382" y="178638"/>
                </a:lnTo>
                <a:lnTo>
                  <a:pt x="116547" y="143992"/>
                </a:lnTo>
                <a:lnTo>
                  <a:pt x="147929" y="112776"/>
                </a:lnTo>
                <a:lnTo>
                  <a:pt x="183235" y="85559"/>
                </a:lnTo>
                <a:lnTo>
                  <a:pt x="222161" y="62865"/>
                </a:lnTo>
                <a:lnTo>
                  <a:pt x="264464" y="45199"/>
                </a:lnTo>
                <a:lnTo>
                  <a:pt x="310756" y="32613"/>
                </a:lnTo>
                <a:lnTo>
                  <a:pt x="356958" y="26212"/>
                </a:lnTo>
                <a:lnTo>
                  <a:pt x="402615" y="25730"/>
                </a:lnTo>
                <a:lnTo>
                  <a:pt x="447281" y="30937"/>
                </a:lnTo>
                <a:lnTo>
                  <a:pt x="490486" y="41579"/>
                </a:lnTo>
                <a:lnTo>
                  <a:pt x="531787" y="57429"/>
                </a:lnTo>
                <a:lnTo>
                  <a:pt x="570699" y="78232"/>
                </a:lnTo>
                <a:lnTo>
                  <a:pt x="606780" y="103746"/>
                </a:lnTo>
                <a:lnTo>
                  <a:pt x="639584" y="133731"/>
                </a:lnTo>
                <a:lnTo>
                  <a:pt x="668616" y="167932"/>
                </a:lnTo>
                <a:lnTo>
                  <a:pt x="693458" y="206108"/>
                </a:lnTo>
                <a:lnTo>
                  <a:pt x="713625" y="248018"/>
                </a:lnTo>
                <a:lnTo>
                  <a:pt x="728675" y="293420"/>
                </a:lnTo>
                <a:lnTo>
                  <a:pt x="737527" y="339394"/>
                </a:lnTo>
                <a:lnTo>
                  <a:pt x="740130" y="385368"/>
                </a:lnTo>
                <a:lnTo>
                  <a:pt x="740130" y="247396"/>
                </a:lnTo>
                <a:lnTo>
                  <a:pt x="708037" y="180530"/>
                </a:lnTo>
                <a:lnTo>
                  <a:pt x="681761" y="143268"/>
                </a:lnTo>
                <a:lnTo>
                  <a:pt x="651548" y="109728"/>
                </a:lnTo>
                <a:lnTo>
                  <a:pt x="617804" y="80149"/>
                </a:lnTo>
                <a:lnTo>
                  <a:pt x="580948" y="54775"/>
                </a:lnTo>
                <a:lnTo>
                  <a:pt x="541388" y="33883"/>
                </a:lnTo>
                <a:lnTo>
                  <a:pt x="520306" y="25730"/>
                </a:lnTo>
                <a:lnTo>
                  <a:pt x="499554" y="17703"/>
                </a:lnTo>
                <a:lnTo>
                  <a:pt x="455853" y="6489"/>
                </a:lnTo>
                <a:lnTo>
                  <a:pt x="410705" y="508"/>
                </a:lnTo>
                <a:lnTo>
                  <a:pt x="364528" y="0"/>
                </a:lnTo>
                <a:lnTo>
                  <a:pt x="317741" y="5207"/>
                </a:lnTo>
                <a:lnTo>
                  <a:pt x="270751" y="16408"/>
                </a:lnTo>
                <a:lnTo>
                  <a:pt x="226695" y="32816"/>
                </a:lnTo>
                <a:lnTo>
                  <a:pt x="185813" y="54038"/>
                </a:lnTo>
                <a:lnTo>
                  <a:pt x="148348" y="79667"/>
                </a:lnTo>
                <a:lnTo>
                  <a:pt x="114541" y="109258"/>
                </a:lnTo>
                <a:lnTo>
                  <a:pt x="84620" y="142392"/>
                </a:lnTo>
                <a:lnTo>
                  <a:pt x="58788" y="178714"/>
                </a:lnTo>
                <a:lnTo>
                  <a:pt x="37401" y="217563"/>
                </a:lnTo>
                <a:lnTo>
                  <a:pt x="20561" y="258749"/>
                </a:lnTo>
                <a:lnTo>
                  <a:pt x="8559" y="301752"/>
                </a:lnTo>
                <a:lnTo>
                  <a:pt x="1625" y="346163"/>
                </a:lnTo>
                <a:lnTo>
                  <a:pt x="0" y="391541"/>
                </a:lnTo>
                <a:lnTo>
                  <a:pt x="3924" y="437451"/>
                </a:lnTo>
                <a:lnTo>
                  <a:pt x="13614" y="483489"/>
                </a:lnTo>
                <a:lnTo>
                  <a:pt x="47993" y="509892"/>
                </a:lnTo>
                <a:lnTo>
                  <a:pt x="719924" y="509892"/>
                </a:lnTo>
                <a:lnTo>
                  <a:pt x="722172" y="509968"/>
                </a:lnTo>
                <a:lnTo>
                  <a:pt x="751344" y="484644"/>
                </a:lnTo>
                <a:lnTo>
                  <a:pt x="751382" y="484492"/>
                </a:lnTo>
                <a:lnTo>
                  <a:pt x="752652" y="479653"/>
                </a:lnTo>
                <a:lnTo>
                  <a:pt x="761187" y="438632"/>
                </a:lnTo>
                <a:lnTo>
                  <a:pt x="764070" y="417614"/>
                </a:lnTo>
                <a:lnTo>
                  <a:pt x="765479" y="407111"/>
                </a:lnTo>
                <a:lnTo>
                  <a:pt x="765479" y="357771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" name="object 50">
            <a:extLst>
              <a:ext uri="{FF2B5EF4-FFF2-40B4-BE49-F238E27FC236}">
                <a16:creationId xmlns:a16="http://schemas.microsoft.com/office/drawing/2014/main" id="{ED5BAD39-3524-D1E2-8A78-0DD200C1050C}"/>
              </a:ext>
            </a:extLst>
          </p:cNvPr>
          <p:cNvSpPr/>
          <p:nvPr/>
        </p:nvSpPr>
        <p:spPr>
          <a:xfrm>
            <a:off x="5114404" y="3154564"/>
            <a:ext cx="4135978" cy="2256478"/>
          </a:xfrm>
          <a:custGeom>
            <a:avLst/>
            <a:gdLst/>
            <a:ahLst/>
            <a:cxnLst/>
            <a:rect l="l" t="t" r="r" b="b"/>
            <a:pathLst>
              <a:path w="6820534" h="3721100">
                <a:moveTo>
                  <a:pt x="6820211" y="0"/>
                </a:moveTo>
                <a:lnTo>
                  <a:pt x="6820211" y="3721059"/>
                </a:lnTo>
                <a:lnTo>
                  <a:pt x="0" y="3721059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" name="object 51">
            <a:extLst>
              <a:ext uri="{FF2B5EF4-FFF2-40B4-BE49-F238E27FC236}">
                <a16:creationId xmlns:a16="http://schemas.microsoft.com/office/drawing/2014/main" id="{B8942FF1-B02D-C502-4851-0A8A17268EAE}"/>
              </a:ext>
            </a:extLst>
          </p:cNvPr>
          <p:cNvSpPr/>
          <p:nvPr/>
        </p:nvSpPr>
        <p:spPr>
          <a:xfrm>
            <a:off x="5064320" y="5353164"/>
            <a:ext cx="58145" cy="115904"/>
          </a:xfrm>
          <a:custGeom>
            <a:avLst/>
            <a:gdLst/>
            <a:ahLst/>
            <a:cxnLst/>
            <a:rect l="l" t="t" r="r" b="b"/>
            <a:pathLst>
              <a:path w="95884" h="191134">
                <a:moveTo>
                  <a:pt x="95379" y="0"/>
                </a:moveTo>
                <a:lnTo>
                  <a:pt x="0" y="95410"/>
                </a:lnTo>
                <a:lnTo>
                  <a:pt x="95379" y="190810"/>
                </a:lnTo>
                <a:lnTo>
                  <a:pt x="95379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object 52">
            <a:extLst>
              <a:ext uri="{FF2B5EF4-FFF2-40B4-BE49-F238E27FC236}">
                <a16:creationId xmlns:a16="http://schemas.microsoft.com/office/drawing/2014/main" id="{6F57EB79-77C4-F789-D25E-17BF368CA0C3}"/>
              </a:ext>
            </a:extLst>
          </p:cNvPr>
          <p:cNvSpPr/>
          <p:nvPr/>
        </p:nvSpPr>
        <p:spPr>
          <a:xfrm>
            <a:off x="5114399" y="2467273"/>
            <a:ext cx="1124003" cy="2745895"/>
          </a:xfrm>
          <a:custGeom>
            <a:avLst/>
            <a:gdLst/>
            <a:ahLst/>
            <a:cxnLst/>
            <a:rect l="l" t="t" r="r" b="b"/>
            <a:pathLst>
              <a:path w="1853565" h="4528184">
                <a:moveTo>
                  <a:pt x="1853231" y="0"/>
                </a:moveTo>
                <a:lnTo>
                  <a:pt x="1853231" y="4527694"/>
                </a:lnTo>
                <a:lnTo>
                  <a:pt x="0" y="4527694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" name="object 53">
            <a:extLst>
              <a:ext uri="{FF2B5EF4-FFF2-40B4-BE49-F238E27FC236}">
                <a16:creationId xmlns:a16="http://schemas.microsoft.com/office/drawing/2014/main" id="{D5CA5F84-FED9-6EF9-92D4-F127868E78D0}"/>
              </a:ext>
            </a:extLst>
          </p:cNvPr>
          <p:cNvSpPr/>
          <p:nvPr/>
        </p:nvSpPr>
        <p:spPr>
          <a:xfrm>
            <a:off x="5064320" y="5155017"/>
            <a:ext cx="58145" cy="115904"/>
          </a:xfrm>
          <a:custGeom>
            <a:avLst/>
            <a:gdLst/>
            <a:ahLst/>
            <a:cxnLst/>
            <a:rect l="l" t="t" r="r" b="b"/>
            <a:pathLst>
              <a:path w="95884" h="191134">
                <a:moveTo>
                  <a:pt x="95379" y="0"/>
                </a:moveTo>
                <a:lnTo>
                  <a:pt x="0" y="95410"/>
                </a:lnTo>
                <a:lnTo>
                  <a:pt x="95379" y="190810"/>
                </a:lnTo>
                <a:lnTo>
                  <a:pt x="95379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54">
            <a:extLst>
              <a:ext uri="{FF2B5EF4-FFF2-40B4-BE49-F238E27FC236}">
                <a16:creationId xmlns:a16="http://schemas.microsoft.com/office/drawing/2014/main" id="{FAF5166B-FBCD-0CC7-DAB0-52947ACC0204}"/>
              </a:ext>
            </a:extLst>
          </p:cNvPr>
          <p:cNvSpPr/>
          <p:nvPr/>
        </p:nvSpPr>
        <p:spPr>
          <a:xfrm>
            <a:off x="5083287" y="5667151"/>
            <a:ext cx="4127507" cy="0"/>
          </a:xfrm>
          <a:custGeom>
            <a:avLst/>
            <a:gdLst/>
            <a:ahLst/>
            <a:cxnLst/>
            <a:rect l="l" t="t" r="r" b="b"/>
            <a:pathLst>
              <a:path w="6806565">
                <a:moveTo>
                  <a:pt x="0" y="0"/>
                </a:moveTo>
                <a:lnTo>
                  <a:pt x="6806504" y="0"/>
                </a:lnTo>
              </a:path>
            </a:pathLst>
          </a:custGeom>
          <a:ln w="31412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55">
            <a:extLst>
              <a:ext uri="{FF2B5EF4-FFF2-40B4-BE49-F238E27FC236}">
                <a16:creationId xmlns:a16="http://schemas.microsoft.com/office/drawing/2014/main" id="{306FCB8E-4DEB-760B-2EBA-B26DA0C677D6}"/>
              </a:ext>
            </a:extLst>
          </p:cNvPr>
          <p:cNvSpPr/>
          <p:nvPr/>
        </p:nvSpPr>
        <p:spPr>
          <a:xfrm>
            <a:off x="9202998" y="5609298"/>
            <a:ext cx="58145" cy="115904"/>
          </a:xfrm>
          <a:custGeom>
            <a:avLst/>
            <a:gdLst/>
            <a:ahLst/>
            <a:cxnLst/>
            <a:rect l="l" t="t" r="r" b="b"/>
            <a:pathLst>
              <a:path w="95884" h="191134">
                <a:moveTo>
                  <a:pt x="0" y="0"/>
                </a:moveTo>
                <a:lnTo>
                  <a:pt x="0" y="190810"/>
                </a:lnTo>
                <a:lnTo>
                  <a:pt x="95379" y="95400"/>
                </a:lnTo>
                <a:lnTo>
                  <a:pt x="0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56">
            <a:extLst>
              <a:ext uri="{FF2B5EF4-FFF2-40B4-BE49-F238E27FC236}">
                <a16:creationId xmlns:a16="http://schemas.microsoft.com/office/drawing/2014/main" id="{526B40E2-0E37-BB55-5636-56CF0380A1DB}"/>
              </a:ext>
            </a:extLst>
          </p:cNvPr>
          <p:cNvSpPr txBox="1"/>
          <p:nvPr/>
        </p:nvSpPr>
        <p:spPr>
          <a:xfrm>
            <a:off x="6838577" y="2386204"/>
            <a:ext cx="1850551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455" b="1" spc="-21" dirty="0">
                <a:solidFill>
                  <a:srgbClr val="205379"/>
                </a:solidFill>
                <a:latin typeface="Raleway"/>
                <a:cs typeface="Raleway"/>
              </a:rPr>
              <a:t>Delivery</a:t>
            </a:r>
            <a:r>
              <a:rPr sz="1455" b="1" spc="-30" dirty="0">
                <a:solidFill>
                  <a:srgbClr val="205379"/>
                </a:solidFill>
                <a:latin typeface="Raleway"/>
                <a:cs typeface="Raleway"/>
              </a:rPr>
              <a:t> of</a:t>
            </a:r>
            <a:r>
              <a:rPr sz="1455" b="1" spc="-21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55" b="1" spc="-18" dirty="0">
                <a:solidFill>
                  <a:srgbClr val="205379"/>
                </a:solidFill>
                <a:latin typeface="Raleway"/>
                <a:cs typeface="Raleway"/>
              </a:rPr>
              <a:t>Energy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80" name="object 57">
            <a:extLst>
              <a:ext uri="{FF2B5EF4-FFF2-40B4-BE49-F238E27FC236}">
                <a16:creationId xmlns:a16="http://schemas.microsoft.com/office/drawing/2014/main" id="{FDB5DCF8-4C4A-5860-0034-21C433159117}"/>
              </a:ext>
            </a:extLst>
          </p:cNvPr>
          <p:cNvSpPr txBox="1"/>
          <p:nvPr/>
        </p:nvSpPr>
        <p:spPr>
          <a:xfrm>
            <a:off x="9694247" y="3136524"/>
            <a:ext cx="2456834" cy="291352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1940" b="1" spc="-58" dirty="0">
                <a:solidFill>
                  <a:srgbClr val="205379"/>
                </a:solidFill>
                <a:latin typeface="Raleway"/>
                <a:cs typeface="Raleway"/>
              </a:rPr>
              <a:t>Results</a:t>
            </a:r>
            <a:endParaRPr sz="1940" dirty="0">
              <a:latin typeface="Raleway"/>
              <a:cs typeface="Raleway"/>
            </a:endParaRPr>
          </a:p>
          <a:p>
            <a:pPr marL="168273" marR="3081">
              <a:spcBef>
                <a:spcPts val="1449"/>
              </a:spcBef>
            </a:pPr>
            <a:r>
              <a:rPr sz="1213" b="1" spc="-33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213" b="1" spc="-39" dirty="0">
                <a:solidFill>
                  <a:srgbClr val="205379"/>
                </a:solidFill>
                <a:latin typeface="Raleway"/>
                <a:cs typeface="Raleway"/>
              </a:rPr>
              <a:t>a</a:t>
            </a:r>
            <a:r>
              <a:rPr sz="1213" b="1" spc="-58" dirty="0">
                <a:solidFill>
                  <a:srgbClr val="205379"/>
                </a:solidFill>
                <a:latin typeface="Raleway"/>
                <a:cs typeface="Raleway"/>
              </a:rPr>
              <a:t>t</a:t>
            </a:r>
            <a:r>
              <a:rPr sz="1213" b="1" spc="-12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213" b="1" spc="12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o</a:t>
            </a:r>
            <a:r>
              <a:rPr sz="1213" b="1" spc="-42" dirty="0">
                <a:solidFill>
                  <a:srgbClr val="205379"/>
                </a:solidFill>
                <a:latin typeface="Raleway"/>
                <a:cs typeface="Raleway"/>
              </a:rPr>
              <a:t>f</a:t>
            </a:r>
            <a:r>
              <a:rPr sz="1213" b="1" spc="-9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30" dirty="0">
                <a:solidFill>
                  <a:srgbClr val="205379"/>
                </a:solidFill>
                <a:latin typeface="Raleway"/>
                <a:cs typeface="Raleway"/>
              </a:rPr>
              <a:t>local</a:t>
            </a:r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ene</a:t>
            </a:r>
            <a:r>
              <a:rPr sz="1213" b="1" spc="-42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213" b="1" spc="-6" dirty="0">
                <a:solidFill>
                  <a:srgbClr val="205379"/>
                </a:solidFill>
                <a:latin typeface="Raleway"/>
                <a:cs typeface="Raleway"/>
              </a:rPr>
              <a:t>gy</a:t>
            </a:r>
            <a:r>
              <a:rPr sz="1213" b="1" spc="-12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58" dirty="0">
                <a:solidFill>
                  <a:srgbClr val="205379"/>
                </a:solidFill>
                <a:latin typeface="Raleway"/>
                <a:cs typeface="Raleway"/>
              </a:rPr>
              <a:t>t</a:t>
            </a:r>
            <a:r>
              <a:rPr sz="1213" b="1" spc="-6" dirty="0">
                <a:solidFill>
                  <a:srgbClr val="205379"/>
                </a:solidFill>
                <a:latin typeface="Raleway"/>
                <a:cs typeface="Raleway"/>
              </a:rPr>
              <a:t>o  </a:t>
            </a:r>
            <a:r>
              <a:rPr sz="1213" b="1" spc="-30" dirty="0">
                <a:solidFill>
                  <a:srgbClr val="205379"/>
                </a:solidFill>
                <a:latin typeface="Raleway"/>
                <a:cs typeface="Raleway"/>
              </a:rPr>
              <a:t>local</a:t>
            </a: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consumers</a:t>
            </a:r>
            <a:endParaRPr sz="1213" dirty="0">
              <a:latin typeface="Raleway"/>
              <a:cs typeface="Raleway"/>
            </a:endParaRPr>
          </a:p>
          <a:p>
            <a:pPr>
              <a:spcBef>
                <a:spcPts val="21"/>
              </a:spcBef>
            </a:pPr>
            <a:endParaRPr sz="1213" dirty="0">
              <a:latin typeface="Raleway"/>
              <a:cs typeface="Raleway"/>
            </a:endParaRPr>
          </a:p>
          <a:p>
            <a:pPr marL="168273" marR="102812"/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Amount</a:t>
            </a:r>
            <a:r>
              <a:rPr sz="1213" b="1" spc="-3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30" dirty="0">
                <a:solidFill>
                  <a:srgbClr val="205379"/>
                </a:solidFill>
                <a:latin typeface="Raleway"/>
                <a:cs typeface="Raleway"/>
              </a:rPr>
              <a:t>of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18" dirty="0">
                <a:solidFill>
                  <a:srgbClr val="205379"/>
                </a:solidFill>
                <a:latin typeface="Raleway"/>
                <a:cs typeface="Raleway"/>
              </a:rPr>
              <a:t>energy</a:t>
            </a:r>
            <a:r>
              <a:rPr sz="1213" b="1" spc="-21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15" dirty="0">
                <a:solidFill>
                  <a:srgbClr val="205379"/>
                </a:solidFill>
                <a:latin typeface="Raleway"/>
                <a:cs typeface="Raleway"/>
              </a:rPr>
              <a:t>by </a:t>
            </a:r>
            <a:r>
              <a:rPr sz="1213" b="1" spc="-218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4" dirty="0">
                <a:solidFill>
                  <a:srgbClr val="205379"/>
                </a:solidFill>
                <a:latin typeface="Raleway"/>
                <a:cs typeface="Raleway"/>
              </a:rPr>
              <a:t>superior</a:t>
            </a:r>
            <a:r>
              <a:rPr sz="1213" b="1" spc="-15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213" b="1" spc="-27" dirty="0">
                <a:solidFill>
                  <a:srgbClr val="205379"/>
                </a:solidFill>
                <a:latin typeface="Raleway"/>
                <a:cs typeface="Raleway"/>
              </a:rPr>
              <a:t>grid</a:t>
            </a:r>
            <a:b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</a:br>
            <a:endParaRPr lang="de-DE" sz="1213" b="1" spc="-27" dirty="0">
              <a:solidFill>
                <a:srgbClr val="205379"/>
              </a:solidFill>
              <a:latin typeface="Raleway"/>
              <a:cs typeface="Raleway"/>
            </a:endParaRPr>
          </a:p>
          <a:p>
            <a:pPr marL="168273" marR="102812"/>
            <a: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  <a:t>Price</a:t>
            </a:r>
            <a:b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</a:br>
            <a:endParaRPr lang="de-DE" sz="1213" b="1" spc="-27" dirty="0">
              <a:solidFill>
                <a:srgbClr val="205379"/>
              </a:solidFill>
              <a:latin typeface="Raleway"/>
              <a:cs typeface="Raleway"/>
            </a:endParaRPr>
          </a:p>
          <a:p>
            <a:pPr marL="168273" marR="102812"/>
            <a:r>
              <a:rPr lang="de-DE" sz="1213" b="1" spc="-27" dirty="0" err="1">
                <a:solidFill>
                  <a:srgbClr val="205379"/>
                </a:solidFill>
                <a:latin typeface="Raleway"/>
                <a:cs typeface="Raleway"/>
              </a:rPr>
              <a:t>Stability</a:t>
            </a:r>
            <a:b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</a:br>
            <a:endParaRPr lang="de-DE" sz="1213" b="1" spc="-27" dirty="0">
              <a:solidFill>
                <a:srgbClr val="205379"/>
              </a:solidFill>
              <a:latin typeface="Raleway"/>
              <a:cs typeface="Raleway"/>
            </a:endParaRPr>
          </a:p>
          <a:p>
            <a:pPr marL="168273" marR="102812"/>
            <a:r>
              <a:rPr lang="de-DE" sz="1213" b="1" spc="-27" dirty="0" err="1">
                <a:solidFill>
                  <a:srgbClr val="205379"/>
                </a:solidFill>
                <a:latin typeface="Raleway"/>
                <a:cs typeface="Raleway"/>
              </a:rPr>
              <a:t>Availability</a:t>
            </a:r>
            <a:b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</a:br>
            <a:endParaRPr lang="de-DE" sz="1213" b="1" spc="-27" dirty="0">
              <a:solidFill>
                <a:srgbClr val="205379"/>
              </a:solidFill>
              <a:latin typeface="Raleway"/>
              <a:cs typeface="Raleway"/>
            </a:endParaRPr>
          </a:p>
          <a:p>
            <a:pPr marL="168273" marR="102812"/>
            <a:r>
              <a:rPr lang="de-DE" sz="1213" b="1" spc="-27" dirty="0">
                <a:solidFill>
                  <a:srgbClr val="205379"/>
                </a:solidFill>
                <a:latin typeface="Raleway"/>
                <a:cs typeface="Raleway"/>
              </a:rPr>
              <a:t>Usability</a:t>
            </a:r>
            <a:endParaRPr sz="1213" dirty="0">
              <a:latin typeface="Raleway"/>
              <a:cs typeface="Raleway"/>
            </a:endParaRPr>
          </a:p>
        </p:txBody>
      </p:sp>
      <p:grpSp>
        <p:nvGrpSpPr>
          <p:cNvPr id="81" name="object 61">
            <a:extLst>
              <a:ext uri="{FF2B5EF4-FFF2-40B4-BE49-F238E27FC236}">
                <a16:creationId xmlns:a16="http://schemas.microsoft.com/office/drawing/2014/main" id="{6802481D-4522-04B4-F413-861ED390C5AE}"/>
              </a:ext>
            </a:extLst>
          </p:cNvPr>
          <p:cNvGrpSpPr/>
          <p:nvPr/>
        </p:nvGrpSpPr>
        <p:grpSpPr>
          <a:xfrm>
            <a:off x="6728540" y="2633242"/>
            <a:ext cx="1908887" cy="176936"/>
            <a:chOff x="11095154" y="4342412"/>
            <a:chExt cx="3352165" cy="191135"/>
          </a:xfrm>
        </p:grpSpPr>
        <p:sp>
          <p:nvSpPr>
            <p:cNvPr id="82" name="object 62">
              <a:extLst>
                <a:ext uri="{FF2B5EF4-FFF2-40B4-BE49-F238E27FC236}">
                  <a16:creationId xmlns:a16="http://schemas.microsoft.com/office/drawing/2014/main" id="{A5556D27-3737-9CC8-6698-2CCF31F3E276}"/>
                </a:ext>
              </a:extLst>
            </p:cNvPr>
            <p:cNvSpPr/>
            <p:nvPr/>
          </p:nvSpPr>
          <p:spPr>
            <a:xfrm>
              <a:off x="11177741" y="4437815"/>
              <a:ext cx="3269615" cy="0"/>
            </a:xfrm>
            <a:custGeom>
              <a:avLst/>
              <a:gdLst/>
              <a:ahLst/>
              <a:cxnLst/>
              <a:rect l="l" t="t" r="r" b="b"/>
              <a:pathLst>
                <a:path w="3269615">
                  <a:moveTo>
                    <a:pt x="0" y="0"/>
                  </a:moveTo>
                  <a:lnTo>
                    <a:pt x="3269314" y="0"/>
                  </a:lnTo>
                </a:path>
              </a:pathLst>
            </a:custGeom>
            <a:ln w="31412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3" name="object 63">
              <a:extLst>
                <a:ext uri="{FF2B5EF4-FFF2-40B4-BE49-F238E27FC236}">
                  <a16:creationId xmlns:a16="http://schemas.microsoft.com/office/drawing/2014/main" id="{D0B2756A-AF92-87AF-1A74-9916D6713E30}"/>
                </a:ext>
              </a:extLst>
            </p:cNvPr>
            <p:cNvSpPr/>
            <p:nvPr/>
          </p:nvSpPr>
          <p:spPr>
            <a:xfrm>
              <a:off x="11095154" y="4342412"/>
              <a:ext cx="95885" cy="191135"/>
            </a:xfrm>
            <a:custGeom>
              <a:avLst/>
              <a:gdLst/>
              <a:ahLst/>
              <a:cxnLst/>
              <a:rect l="l" t="t" r="r" b="b"/>
              <a:pathLst>
                <a:path w="95884" h="191135">
                  <a:moveTo>
                    <a:pt x="95379" y="0"/>
                  </a:moveTo>
                  <a:lnTo>
                    <a:pt x="0" y="95400"/>
                  </a:lnTo>
                  <a:lnTo>
                    <a:pt x="95379" y="190810"/>
                  </a:lnTo>
                  <a:lnTo>
                    <a:pt x="95379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84" name="object 64">
            <a:extLst>
              <a:ext uri="{FF2B5EF4-FFF2-40B4-BE49-F238E27FC236}">
                <a16:creationId xmlns:a16="http://schemas.microsoft.com/office/drawing/2014/main" id="{68354452-6C41-0C31-E737-22DD0427C365}"/>
              </a:ext>
            </a:extLst>
          </p:cNvPr>
          <p:cNvGrpSpPr/>
          <p:nvPr/>
        </p:nvGrpSpPr>
        <p:grpSpPr>
          <a:xfrm>
            <a:off x="8849634" y="2234334"/>
            <a:ext cx="801319" cy="801319"/>
            <a:chOff x="14592996" y="3684582"/>
            <a:chExt cx="1321435" cy="1321435"/>
          </a:xfrm>
        </p:grpSpPr>
        <p:sp>
          <p:nvSpPr>
            <p:cNvPr id="85" name="object 65">
              <a:extLst>
                <a:ext uri="{FF2B5EF4-FFF2-40B4-BE49-F238E27FC236}">
                  <a16:creationId xmlns:a16="http://schemas.microsoft.com/office/drawing/2014/main" id="{F0C790F5-35E2-A71A-AFAB-CBC156A045C9}"/>
                </a:ext>
              </a:extLst>
            </p:cNvPr>
            <p:cNvSpPr/>
            <p:nvPr/>
          </p:nvSpPr>
          <p:spPr>
            <a:xfrm>
              <a:off x="14592996" y="3684582"/>
              <a:ext cx="1321435" cy="1321435"/>
            </a:xfrm>
            <a:custGeom>
              <a:avLst/>
              <a:gdLst/>
              <a:ahLst/>
              <a:cxnLst/>
              <a:rect l="l" t="t" r="r" b="b"/>
              <a:pathLst>
                <a:path w="1321434" h="1321435">
                  <a:moveTo>
                    <a:pt x="660576" y="0"/>
                  </a:moveTo>
                  <a:lnTo>
                    <a:pt x="613401" y="1658"/>
                  </a:lnTo>
                  <a:lnTo>
                    <a:pt x="567120" y="6559"/>
                  </a:lnTo>
                  <a:lnTo>
                    <a:pt x="521847" y="14591"/>
                  </a:lnTo>
                  <a:lnTo>
                    <a:pt x="477692" y="25643"/>
                  </a:lnTo>
                  <a:lnTo>
                    <a:pt x="434768" y="39601"/>
                  </a:lnTo>
                  <a:lnTo>
                    <a:pt x="393186" y="56355"/>
                  </a:lnTo>
                  <a:lnTo>
                    <a:pt x="353059" y="75793"/>
                  </a:lnTo>
                  <a:lnTo>
                    <a:pt x="314498" y="97803"/>
                  </a:lnTo>
                  <a:lnTo>
                    <a:pt x="277614" y="122273"/>
                  </a:lnTo>
                  <a:lnTo>
                    <a:pt x="242519" y="149091"/>
                  </a:lnTo>
                  <a:lnTo>
                    <a:pt x="209326" y="178147"/>
                  </a:lnTo>
                  <a:lnTo>
                    <a:pt x="178147" y="209326"/>
                  </a:lnTo>
                  <a:lnTo>
                    <a:pt x="149091" y="242519"/>
                  </a:lnTo>
                  <a:lnTo>
                    <a:pt x="122273" y="277614"/>
                  </a:lnTo>
                  <a:lnTo>
                    <a:pt x="97803" y="314498"/>
                  </a:lnTo>
                  <a:lnTo>
                    <a:pt x="75793" y="353059"/>
                  </a:lnTo>
                  <a:lnTo>
                    <a:pt x="56355" y="393186"/>
                  </a:lnTo>
                  <a:lnTo>
                    <a:pt x="39601" y="434768"/>
                  </a:lnTo>
                  <a:lnTo>
                    <a:pt x="25643" y="477692"/>
                  </a:lnTo>
                  <a:lnTo>
                    <a:pt x="14591" y="521847"/>
                  </a:lnTo>
                  <a:lnTo>
                    <a:pt x="6559" y="567120"/>
                  </a:lnTo>
                  <a:lnTo>
                    <a:pt x="1658" y="613401"/>
                  </a:lnTo>
                  <a:lnTo>
                    <a:pt x="0" y="660576"/>
                  </a:lnTo>
                  <a:lnTo>
                    <a:pt x="1658" y="707752"/>
                  </a:lnTo>
                  <a:lnTo>
                    <a:pt x="6559" y="754032"/>
                  </a:lnTo>
                  <a:lnTo>
                    <a:pt x="14591" y="799306"/>
                  </a:lnTo>
                  <a:lnTo>
                    <a:pt x="25643" y="843460"/>
                  </a:lnTo>
                  <a:lnTo>
                    <a:pt x="39601" y="886384"/>
                  </a:lnTo>
                  <a:lnTo>
                    <a:pt x="56355" y="927966"/>
                  </a:lnTo>
                  <a:lnTo>
                    <a:pt x="75793" y="968093"/>
                  </a:lnTo>
                  <a:lnTo>
                    <a:pt x="97803" y="1006655"/>
                  </a:lnTo>
                  <a:lnTo>
                    <a:pt x="122273" y="1043539"/>
                  </a:lnTo>
                  <a:lnTo>
                    <a:pt x="149091" y="1078633"/>
                  </a:lnTo>
                  <a:lnTo>
                    <a:pt x="178147" y="1111826"/>
                  </a:lnTo>
                  <a:lnTo>
                    <a:pt x="209326" y="1143006"/>
                  </a:lnTo>
                  <a:lnTo>
                    <a:pt x="242519" y="1172061"/>
                  </a:lnTo>
                  <a:lnTo>
                    <a:pt x="277614" y="1198879"/>
                  </a:lnTo>
                  <a:lnTo>
                    <a:pt x="314498" y="1223349"/>
                  </a:lnTo>
                  <a:lnTo>
                    <a:pt x="353059" y="1245359"/>
                  </a:lnTo>
                  <a:lnTo>
                    <a:pt x="393186" y="1264797"/>
                  </a:lnTo>
                  <a:lnTo>
                    <a:pt x="434768" y="1281551"/>
                  </a:lnTo>
                  <a:lnTo>
                    <a:pt x="477692" y="1295510"/>
                  </a:lnTo>
                  <a:lnTo>
                    <a:pt x="521847" y="1306561"/>
                  </a:lnTo>
                  <a:lnTo>
                    <a:pt x="567120" y="1314593"/>
                  </a:lnTo>
                  <a:lnTo>
                    <a:pt x="613401" y="1319494"/>
                  </a:lnTo>
                  <a:lnTo>
                    <a:pt x="660576" y="1321153"/>
                  </a:lnTo>
                  <a:lnTo>
                    <a:pt x="707753" y="1319494"/>
                  </a:lnTo>
                  <a:lnTo>
                    <a:pt x="754035" y="1314593"/>
                  </a:lnTo>
                  <a:lnTo>
                    <a:pt x="799309" y="1306561"/>
                  </a:lnTo>
                  <a:lnTo>
                    <a:pt x="843465" y="1295510"/>
                  </a:lnTo>
                  <a:lnTo>
                    <a:pt x="886390" y="1281551"/>
                  </a:lnTo>
                  <a:lnTo>
                    <a:pt x="927972" y="1264797"/>
                  </a:lnTo>
                  <a:lnTo>
                    <a:pt x="968100" y="1245359"/>
                  </a:lnTo>
                  <a:lnTo>
                    <a:pt x="1006663" y="1223349"/>
                  </a:lnTo>
                  <a:lnTo>
                    <a:pt x="1043547" y="1198879"/>
                  </a:lnTo>
                  <a:lnTo>
                    <a:pt x="1078642" y="1172061"/>
                  </a:lnTo>
                  <a:lnTo>
                    <a:pt x="1111835" y="1143006"/>
                  </a:lnTo>
                  <a:lnTo>
                    <a:pt x="1143015" y="1111826"/>
                  </a:lnTo>
                  <a:lnTo>
                    <a:pt x="1172071" y="1078633"/>
                  </a:lnTo>
                  <a:lnTo>
                    <a:pt x="1198889" y="1043539"/>
                  </a:lnTo>
                  <a:lnTo>
                    <a:pt x="1223359" y="1006655"/>
                  </a:lnTo>
                  <a:lnTo>
                    <a:pt x="1245369" y="968093"/>
                  </a:lnTo>
                  <a:lnTo>
                    <a:pt x="1264807" y="927966"/>
                  </a:lnTo>
                  <a:lnTo>
                    <a:pt x="1281562" y="886384"/>
                  </a:lnTo>
                  <a:lnTo>
                    <a:pt x="1295520" y="843460"/>
                  </a:lnTo>
                  <a:lnTo>
                    <a:pt x="1306571" y="799306"/>
                  </a:lnTo>
                  <a:lnTo>
                    <a:pt x="1314604" y="754032"/>
                  </a:lnTo>
                  <a:lnTo>
                    <a:pt x="1319505" y="707752"/>
                  </a:lnTo>
                  <a:lnTo>
                    <a:pt x="1321163" y="660576"/>
                  </a:lnTo>
                  <a:lnTo>
                    <a:pt x="1319505" y="613401"/>
                  </a:lnTo>
                  <a:lnTo>
                    <a:pt x="1314604" y="567120"/>
                  </a:lnTo>
                  <a:lnTo>
                    <a:pt x="1306571" y="521847"/>
                  </a:lnTo>
                  <a:lnTo>
                    <a:pt x="1295520" y="477692"/>
                  </a:lnTo>
                  <a:lnTo>
                    <a:pt x="1281562" y="434768"/>
                  </a:lnTo>
                  <a:lnTo>
                    <a:pt x="1264807" y="393186"/>
                  </a:lnTo>
                  <a:lnTo>
                    <a:pt x="1245369" y="353059"/>
                  </a:lnTo>
                  <a:lnTo>
                    <a:pt x="1223359" y="314498"/>
                  </a:lnTo>
                  <a:lnTo>
                    <a:pt x="1198889" y="277614"/>
                  </a:lnTo>
                  <a:lnTo>
                    <a:pt x="1172071" y="242519"/>
                  </a:lnTo>
                  <a:lnTo>
                    <a:pt x="1143015" y="209326"/>
                  </a:lnTo>
                  <a:lnTo>
                    <a:pt x="1111835" y="178147"/>
                  </a:lnTo>
                  <a:lnTo>
                    <a:pt x="1078642" y="149091"/>
                  </a:lnTo>
                  <a:lnTo>
                    <a:pt x="1043547" y="122273"/>
                  </a:lnTo>
                  <a:lnTo>
                    <a:pt x="1006663" y="97803"/>
                  </a:lnTo>
                  <a:lnTo>
                    <a:pt x="968100" y="75793"/>
                  </a:lnTo>
                  <a:lnTo>
                    <a:pt x="927972" y="56355"/>
                  </a:lnTo>
                  <a:lnTo>
                    <a:pt x="886390" y="39601"/>
                  </a:lnTo>
                  <a:lnTo>
                    <a:pt x="843465" y="25643"/>
                  </a:lnTo>
                  <a:lnTo>
                    <a:pt x="799309" y="14591"/>
                  </a:lnTo>
                  <a:lnTo>
                    <a:pt x="754035" y="6559"/>
                  </a:lnTo>
                  <a:lnTo>
                    <a:pt x="707753" y="1658"/>
                  </a:lnTo>
                  <a:lnTo>
                    <a:pt x="660576" y="0"/>
                  </a:lnTo>
                  <a:close/>
                </a:path>
              </a:pathLst>
            </a:custGeom>
            <a:solidFill>
              <a:srgbClr val="C6D3EB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6" name="object 66">
              <a:extLst>
                <a:ext uri="{FF2B5EF4-FFF2-40B4-BE49-F238E27FC236}">
                  <a16:creationId xmlns:a16="http://schemas.microsoft.com/office/drawing/2014/main" id="{B022794B-07D9-92FB-A2EF-7801A378C2E0}"/>
                </a:ext>
              </a:extLst>
            </p:cNvPr>
            <p:cNvSpPr/>
            <p:nvPr/>
          </p:nvSpPr>
          <p:spPr>
            <a:xfrm>
              <a:off x="14870887" y="4090434"/>
              <a:ext cx="765810" cy="510540"/>
            </a:xfrm>
            <a:custGeom>
              <a:avLst/>
              <a:gdLst/>
              <a:ahLst/>
              <a:cxnLst/>
              <a:rect l="l" t="t" r="r" b="b"/>
              <a:pathLst>
                <a:path w="765809" h="510539">
                  <a:moveTo>
                    <a:pt x="458978" y="389585"/>
                  </a:moveTo>
                  <a:lnTo>
                    <a:pt x="457377" y="365467"/>
                  </a:lnTo>
                  <a:lnTo>
                    <a:pt x="448195" y="342887"/>
                  </a:lnTo>
                  <a:lnTo>
                    <a:pt x="438277" y="331101"/>
                  </a:lnTo>
                  <a:lnTo>
                    <a:pt x="433654" y="325602"/>
                  </a:lnTo>
                  <a:lnTo>
                    <a:pt x="433654" y="381266"/>
                  </a:lnTo>
                  <a:lnTo>
                    <a:pt x="429895" y="401447"/>
                  </a:lnTo>
                  <a:lnTo>
                    <a:pt x="419201" y="417868"/>
                  </a:lnTo>
                  <a:lnTo>
                    <a:pt x="403098" y="428929"/>
                  </a:lnTo>
                  <a:lnTo>
                    <a:pt x="383108" y="433095"/>
                  </a:lnTo>
                  <a:lnTo>
                    <a:pt x="363245" y="429272"/>
                  </a:lnTo>
                  <a:lnTo>
                    <a:pt x="346976" y="418528"/>
                  </a:lnTo>
                  <a:lnTo>
                    <a:pt x="335965" y="402488"/>
                  </a:lnTo>
                  <a:lnTo>
                    <a:pt x="331838" y="382752"/>
                  </a:lnTo>
                  <a:lnTo>
                    <a:pt x="335762" y="362673"/>
                  </a:lnTo>
                  <a:lnTo>
                    <a:pt x="362877" y="335165"/>
                  </a:lnTo>
                  <a:lnTo>
                    <a:pt x="402336" y="335064"/>
                  </a:lnTo>
                  <a:lnTo>
                    <a:pt x="433654" y="381266"/>
                  </a:lnTo>
                  <a:lnTo>
                    <a:pt x="433654" y="325602"/>
                  </a:lnTo>
                  <a:lnTo>
                    <a:pt x="431812" y="323405"/>
                  </a:lnTo>
                  <a:lnTo>
                    <a:pt x="429158" y="321081"/>
                  </a:lnTo>
                  <a:lnTo>
                    <a:pt x="426872" y="317017"/>
                  </a:lnTo>
                  <a:lnTo>
                    <a:pt x="425881" y="306285"/>
                  </a:lnTo>
                  <a:lnTo>
                    <a:pt x="422186" y="266801"/>
                  </a:lnTo>
                  <a:lnTo>
                    <a:pt x="417944" y="220319"/>
                  </a:lnTo>
                  <a:lnTo>
                    <a:pt x="409613" y="128066"/>
                  </a:lnTo>
                  <a:lnTo>
                    <a:pt x="400202" y="108419"/>
                  </a:lnTo>
                  <a:lnTo>
                    <a:pt x="400202" y="306285"/>
                  </a:lnTo>
                  <a:lnTo>
                    <a:pt x="365328" y="306285"/>
                  </a:lnTo>
                  <a:lnTo>
                    <a:pt x="381546" y="128193"/>
                  </a:lnTo>
                  <a:lnTo>
                    <a:pt x="383882" y="128066"/>
                  </a:lnTo>
                  <a:lnTo>
                    <a:pt x="400202" y="306285"/>
                  </a:lnTo>
                  <a:lnTo>
                    <a:pt x="400202" y="108419"/>
                  </a:lnTo>
                  <a:lnTo>
                    <a:pt x="392963" y="103708"/>
                  </a:lnTo>
                  <a:lnTo>
                    <a:pt x="382892" y="101777"/>
                  </a:lnTo>
                  <a:lnTo>
                    <a:pt x="372757" y="103619"/>
                  </a:lnTo>
                  <a:lnTo>
                    <a:pt x="364502" y="108851"/>
                  </a:lnTo>
                  <a:lnTo>
                    <a:pt x="358711" y="116954"/>
                  </a:lnTo>
                  <a:lnTo>
                    <a:pt x="355955" y="127355"/>
                  </a:lnTo>
                  <a:lnTo>
                    <a:pt x="347522" y="220599"/>
                  </a:lnTo>
                  <a:lnTo>
                    <a:pt x="343268" y="267081"/>
                  </a:lnTo>
                  <a:lnTo>
                    <a:pt x="338607" y="316928"/>
                  </a:lnTo>
                  <a:lnTo>
                    <a:pt x="336130" y="321170"/>
                  </a:lnTo>
                  <a:lnTo>
                    <a:pt x="333324" y="323672"/>
                  </a:lnTo>
                  <a:lnTo>
                    <a:pt x="321792" y="336130"/>
                  </a:lnTo>
                  <a:lnTo>
                    <a:pt x="313397" y="350037"/>
                  </a:lnTo>
                  <a:lnTo>
                    <a:pt x="308190" y="365480"/>
                  </a:lnTo>
                  <a:lnTo>
                    <a:pt x="306209" y="382524"/>
                  </a:lnTo>
                  <a:lnTo>
                    <a:pt x="306438" y="385876"/>
                  </a:lnTo>
                  <a:lnTo>
                    <a:pt x="306400" y="389648"/>
                  </a:lnTo>
                  <a:lnTo>
                    <a:pt x="329171" y="436829"/>
                  </a:lnTo>
                  <a:lnTo>
                    <a:pt x="371436" y="457962"/>
                  </a:lnTo>
                  <a:lnTo>
                    <a:pt x="396976" y="457288"/>
                  </a:lnTo>
                  <a:lnTo>
                    <a:pt x="419900" y="449173"/>
                  </a:lnTo>
                  <a:lnTo>
                    <a:pt x="438873" y="434365"/>
                  </a:lnTo>
                  <a:lnTo>
                    <a:pt x="439712" y="433095"/>
                  </a:lnTo>
                  <a:lnTo>
                    <a:pt x="452564" y="413600"/>
                  </a:lnTo>
                  <a:lnTo>
                    <a:pt x="458978" y="389585"/>
                  </a:lnTo>
                  <a:close/>
                </a:path>
                <a:path w="765809" h="510539">
                  <a:moveTo>
                    <a:pt x="714540" y="378040"/>
                  </a:moveTo>
                  <a:lnTo>
                    <a:pt x="706551" y="310680"/>
                  </a:lnTo>
                  <a:lnTo>
                    <a:pt x="692111" y="263258"/>
                  </a:lnTo>
                  <a:lnTo>
                    <a:pt x="671652" y="219659"/>
                  </a:lnTo>
                  <a:lnTo>
                    <a:pt x="645731" y="180238"/>
                  </a:lnTo>
                  <a:lnTo>
                    <a:pt x="614921" y="145351"/>
                  </a:lnTo>
                  <a:lnTo>
                    <a:pt x="579793" y="115379"/>
                  </a:lnTo>
                  <a:lnTo>
                    <a:pt x="540918" y="90665"/>
                  </a:lnTo>
                  <a:lnTo>
                    <a:pt x="498856" y="71577"/>
                  </a:lnTo>
                  <a:lnTo>
                    <a:pt x="454202" y="58470"/>
                  </a:lnTo>
                  <a:lnTo>
                    <a:pt x="407492" y="51714"/>
                  </a:lnTo>
                  <a:lnTo>
                    <a:pt x="359321" y="51663"/>
                  </a:lnTo>
                  <a:lnTo>
                    <a:pt x="310261" y="58686"/>
                  </a:lnTo>
                  <a:lnTo>
                    <a:pt x="263080" y="72758"/>
                  </a:lnTo>
                  <a:lnTo>
                    <a:pt x="219367" y="93433"/>
                  </a:lnTo>
                  <a:lnTo>
                    <a:pt x="179603" y="120040"/>
                  </a:lnTo>
                  <a:lnTo>
                    <a:pt x="144284" y="151917"/>
                  </a:lnTo>
                  <a:lnTo>
                    <a:pt x="113893" y="188366"/>
                  </a:lnTo>
                  <a:lnTo>
                    <a:pt x="88900" y="228739"/>
                  </a:lnTo>
                  <a:lnTo>
                    <a:pt x="69799" y="272351"/>
                  </a:lnTo>
                  <a:lnTo>
                    <a:pt x="57073" y="318541"/>
                  </a:lnTo>
                  <a:lnTo>
                    <a:pt x="51219" y="366623"/>
                  </a:lnTo>
                  <a:lnTo>
                    <a:pt x="52717" y="415950"/>
                  </a:lnTo>
                  <a:lnTo>
                    <a:pt x="53644" y="423722"/>
                  </a:lnTo>
                  <a:lnTo>
                    <a:pt x="56032" y="439229"/>
                  </a:lnTo>
                  <a:lnTo>
                    <a:pt x="58991" y="455193"/>
                  </a:lnTo>
                  <a:lnTo>
                    <a:pt x="64960" y="459257"/>
                  </a:lnTo>
                  <a:lnTo>
                    <a:pt x="79298" y="456946"/>
                  </a:lnTo>
                  <a:lnTo>
                    <a:pt x="83185" y="451231"/>
                  </a:lnTo>
                  <a:lnTo>
                    <a:pt x="82257" y="440855"/>
                  </a:lnTo>
                  <a:lnTo>
                    <a:pt x="81686" y="438670"/>
                  </a:lnTo>
                  <a:lnTo>
                    <a:pt x="76339" y="395046"/>
                  </a:lnTo>
                  <a:lnTo>
                    <a:pt x="121970" y="394957"/>
                  </a:lnTo>
                  <a:lnTo>
                    <a:pt x="127546" y="390131"/>
                  </a:lnTo>
                  <a:lnTo>
                    <a:pt x="127165" y="373888"/>
                  </a:lnTo>
                  <a:lnTo>
                    <a:pt x="121920" y="369633"/>
                  </a:lnTo>
                  <a:lnTo>
                    <a:pt x="77050" y="369557"/>
                  </a:lnTo>
                  <a:lnTo>
                    <a:pt x="80225" y="335686"/>
                  </a:lnTo>
                  <a:lnTo>
                    <a:pt x="87045" y="302996"/>
                  </a:lnTo>
                  <a:lnTo>
                    <a:pt x="97485" y="271322"/>
                  </a:lnTo>
                  <a:lnTo>
                    <a:pt x="111493" y="240474"/>
                  </a:lnTo>
                  <a:lnTo>
                    <a:pt x="137972" y="255625"/>
                  </a:lnTo>
                  <a:lnTo>
                    <a:pt x="150914" y="262661"/>
                  </a:lnTo>
                  <a:lnTo>
                    <a:pt x="157772" y="260794"/>
                  </a:lnTo>
                  <a:lnTo>
                    <a:pt x="164884" y="249618"/>
                  </a:lnTo>
                  <a:lnTo>
                    <a:pt x="163766" y="242582"/>
                  </a:lnTo>
                  <a:lnTo>
                    <a:pt x="156832" y="236918"/>
                  </a:lnTo>
                  <a:lnTo>
                    <a:pt x="154787" y="235902"/>
                  </a:lnTo>
                  <a:lnTo>
                    <a:pt x="124790" y="218363"/>
                  </a:lnTo>
                  <a:lnTo>
                    <a:pt x="143979" y="191135"/>
                  </a:lnTo>
                  <a:lnTo>
                    <a:pt x="170268" y="162394"/>
                  </a:lnTo>
                  <a:lnTo>
                    <a:pt x="197472" y="138264"/>
                  </a:lnTo>
                  <a:lnTo>
                    <a:pt x="219392" y="124841"/>
                  </a:lnTo>
                  <a:lnTo>
                    <a:pt x="241350" y="162598"/>
                  </a:lnTo>
                  <a:lnTo>
                    <a:pt x="248183" y="165214"/>
                  </a:lnTo>
                  <a:lnTo>
                    <a:pt x="262115" y="157175"/>
                  </a:lnTo>
                  <a:lnTo>
                    <a:pt x="263283" y="149860"/>
                  </a:lnTo>
                  <a:lnTo>
                    <a:pt x="240690" y="110591"/>
                  </a:lnTo>
                  <a:lnTo>
                    <a:pt x="288124" y="91414"/>
                  </a:lnTo>
                  <a:lnTo>
                    <a:pt x="335432" y="79895"/>
                  </a:lnTo>
                  <a:lnTo>
                    <a:pt x="382676" y="76034"/>
                  </a:lnTo>
                  <a:lnTo>
                    <a:pt x="429933" y="79870"/>
                  </a:lnTo>
                  <a:lnTo>
                    <a:pt x="477278" y="91389"/>
                  </a:lnTo>
                  <a:lnTo>
                    <a:pt x="524776" y="110604"/>
                  </a:lnTo>
                  <a:lnTo>
                    <a:pt x="502246" y="149885"/>
                  </a:lnTo>
                  <a:lnTo>
                    <a:pt x="503428" y="157010"/>
                  </a:lnTo>
                  <a:lnTo>
                    <a:pt x="517042" y="165265"/>
                  </a:lnTo>
                  <a:lnTo>
                    <a:pt x="524078" y="162737"/>
                  </a:lnTo>
                  <a:lnTo>
                    <a:pt x="546709" y="123863"/>
                  </a:lnTo>
                  <a:lnTo>
                    <a:pt x="574230" y="143637"/>
                  </a:lnTo>
                  <a:lnTo>
                    <a:pt x="599071" y="165900"/>
                  </a:lnTo>
                  <a:lnTo>
                    <a:pt x="621334" y="190766"/>
                  </a:lnTo>
                  <a:lnTo>
                    <a:pt x="641108" y="218287"/>
                  </a:lnTo>
                  <a:lnTo>
                    <a:pt x="609079" y="236893"/>
                  </a:lnTo>
                  <a:lnTo>
                    <a:pt x="603935" y="242023"/>
                  </a:lnTo>
                  <a:lnTo>
                    <a:pt x="601980" y="248323"/>
                  </a:lnTo>
                  <a:lnTo>
                    <a:pt x="603351" y="254355"/>
                  </a:lnTo>
                  <a:lnTo>
                    <a:pt x="608177" y="258686"/>
                  </a:lnTo>
                  <a:lnTo>
                    <a:pt x="612178" y="260527"/>
                  </a:lnTo>
                  <a:lnTo>
                    <a:pt x="618578" y="259981"/>
                  </a:lnTo>
                  <a:lnTo>
                    <a:pt x="630605" y="254000"/>
                  </a:lnTo>
                  <a:lnTo>
                    <a:pt x="638378" y="249631"/>
                  </a:lnTo>
                  <a:lnTo>
                    <a:pt x="654011" y="240449"/>
                  </a:lnTo>
                  <a:lnTo>
                    <a:pt x="668032" y="271462"/>
                  </a:lnTo>
                  <a:lnTo>
                    <a:pt x="678484" y="303199"/>
                  </a:lnTo>
                  <a:lnTo>
                    <a:pt x="685304" y="335838"/>
                  </a:lnTo>
                  <a:lnTo>
                    <a:pt x="688416" y="369595"/>
                  </a:lnTo>
                  <a:lnTo>
                    <a:pt x="669251" y="369531"/>
                  </a:lnTo>
                  <a:lnTo>
                    <a:pt x="641921" y="369862"/>
                  </a:lnTo>
                  <a:lnTo>
                    <a:pt x="636358" y="376936"/>
                  </a:lnTo>
                  <a:lnTo>
                    <a:pt x="640270" y="392315"/>
                  </a:lnTo>
                  <a:lnTo>
                    <a:pt x="645553" y="395033"/>
                  </a:lnTo>
                  <a:lnTo>
                    <a:pt x="689368" y="395046"/>
                  </a:lnTo>
                  <a:lnTo>
                    <a:pt x="681926" y="451078"/>
                  </a:lnTo>
                  <a:lnTo>
                    <a:pt x="685431" y="457060"/>
                  </a:lnTo>
                  <a:lnTo>
                    <a:pt x="701001" y="459613"/>
                  </a:lnTo>
                  <a:lnTo>
                    <a:pt x="706615" y="455041"/>
                  </a:lnTo>
                  <a:lnTo>
                    <a:pt x="708406" y="445655"/>
                  </a:lnTo>
                  <a:lnTo>
                    <a:pt x="713193" y="411822"/>
                  </a:lnTo>
                  <a:lnTo>
                    <a:pt x="714540" y="378040"/>
                  </a:lnTo>
                  <a:close/>
                </a:path>
                <a:path w="765809" h="510539">
                  <a:moveTo>
                    <a:pt x="765479" y="357784"/>
                  </a:moveTo>
                  <a:lnTo>
                    <a:pt x="763955" y="346176"/>
                  </a:lnTo>
                  <a:lnTo>
                    <a:pt x="762508" y="334873"/>
                  </a:lnTo>
                  <a:lnTo>
                    <a:pt x="760920" y="323443"/>
                  </a:lnTo>
                  <a:lnTo>
                    <a:pt x="758990" y="312077"/>
                  </a:lnTo>
                  <a:lnTo>
                    <a:pt x="747064" y="265188"/>
                  </a:lnTo>
                  <a:lnTo>
                    <a:pt x="740117" y="247383"/>
                  </a:lnTo>
                  <a:lnTo>
                    <a:pt x="740117" y="385381"/>
                  </a:lnTo>
                  <a:lnTo>
                    <a:pt x="736600" y="431342"/>
                  </a:lnTo>
                  <a:lnTo>
                    <a:pt x="727113" y="477240"/>
                  </a:lnTo>
                  <a:lnTo>
                    <a:pt x="725551" y="482993"/>
                  </a:lnTo>
                  <a:lnTo>
                    <a:pt x="723214" y="484505"/>
                  </a:lnTo>
                  <a:lnTo>
                    <a:pt x="382701" y="484365"/>
                  </a:lnTo>
                  <a:lnTo>
                    <a:pt x="382701" y="484492"/>
                  </a:lnTo>
                  <a:lnTo>
                    <a:pt x="42278" y="484657"/>
                  </a:lnTo>
                  <a:lnTo>
                    <a:pt x="28613" y="431774"/>
                  </a:lnTo>
                  <a:lnTo>
                    <a:pt x="25171" y="386829"/>
                  </a:lnTo>
                  <a:lnTo>
                    <a:pt x="27520" y="342315"/>
                  </a:lnTo>
                  <a:lnTo>
                    <a:pt x="35369" y="298729"/>
                  </a:lnTo>
                  <a:lnTo>
                    <a:pt x="48463" y="256603"/>
                  </a:lnTo>
                  <a:lnTo>
                    <a:pt x="66535" y="216420"/>
                  </a:lnTo>
                  <a:lnTo>
                    <a:pt x="89369" y="178650"/>
                  </a:lnTo>
                  <a:lnTo>
                    <a:pt x="116535" y="144005"/>
                  </a:lnTo>
                  <a:lnTo>
                    <a:pt x="147929" y="112788"/>
                  </a:lnTo>
                  <a:lnTo>
                    <a:pt x="183222" y="85572"/>
                  </a:lnTo>
                  <a:lnTo>
                    <a:pt x="222161" y="62877"/>
                  </a:lnTo>
                  <a:lnTo>
                    <a:pt x="264464" y="45212"/>
                  </a:lnTo>
                  <a:lnTo>
                    <a:pt x="310743" y="32626"/>
                  </a:lnTo>
                  <a:lnTo>
                    <a:pt x="356946" y="26225"/>
                  </a:lnTo>
                  <a:lnTo>
                    <a:pt x="402615" y="25742"/>
                  </a:lnTo>
                  <a:lnTo>
                    <a:pt x="447281" y="30949"/>
                  </a:lnTo>
                  <a:lnTo>
                    <a:pt x="490486" y="41592"/>
                  </a:lnTo>
                  <a:lnTo>
                    <a:pt x="531774" y="57442"/>
                  </a:lnTo>
                  <a:lnTo>
                    <a:pt x="570699" y="78244"/>
                  </a:lnTo>
                  <a:lnTo>
                    <a:pt x="606780" y="103759"/>
                  </a:lnTo>
                  <a:lnTo>
                    <a:pt x="639572" y="133743"/>
                  </a:lnTo>
                  <a:lnTo>
                    <a:pt x="668616" y="167944"/>
                  </a:lnTo>
                  <a:lnTo>
                    <a:pt x="693458" y="206121"/>
                  </a:lnTo>
                  <a:lnTo>
                    <a:pt x="713625" y="248031"/>
                  </a:lnTo>
                  <a:lnTo>
                    <a:pt x="728662" y="293433"/>
                  </a:lnTo>
                  <a:lnTo>
                    <a:pt x="737527" y="339407"/>
                  </a:lnTo>
                  <a:lnTo>
                    <a:pt x="740117" y="385381"/>
                  </a:lnTo>
                  <a:lnTo>
                    <a:pt x="740117" y="247383"/>
                  </a:lnTo>
                  <a:lnTo>
                    <a:pt x="708025" y="180543"/>
                  </a:lnTo>
                  <a:lnTo>
                    <a:pt x="681761" y="143281"/>
                  </a:lnTo>
                  <a:lnTo>
                    <a:pt x="651548" y="109740"/>
                  </a:lnTo>
                  <a:lnTo>
                    <a:pt x="617791" y="80162"/>
                  </a:lnTo>
                  <a:lnTo>
                    <a:pt x="580936" y="54787"/>
                  </a:lnTo>
                  <a:lnTo>
                    <a:pt x="541388" y="33896"/>
                  </a:lnTo>
                  <a:lnTo>
                    <a:pt x="520306" y="25742"/>
                  </a:lnTo>
                  <a:lnTo>
                    <a:pt x="499554" y="17716"/>
                  </a:lnTo>
                  <a:lnTo>
                    <a:pt x="455853" y="6502"/>
                  </a:lnTo>
                  <a:lnTo>
                    <a:pt x="410705" y="520"/>
                  </a:lnTo>
                  <a:lnTo>
                    <a:pt x="364528" y="0"/>
                  </a:lnTo>
                  <a:lnTo>
                    <a:pt x="317741" y="5219"/>
                  </a:lnTo>
                  <a:lnTo>
                    <a:pt x="270751" y="16408"/>
                  </a:lnTo>
                  <a:lnTo>
                    <a:pt x="226682" y="32816"/>
                  </a:lnTo>
                  <a:lnTo>
                    <a:pt x="185801" y="54051"/>
                  </a:lnTo>
                  <a:lnTo>
                    <a:pt x="148336" y="79679"/>
                  </a:lnTo>
                  <a:lnTo>
                    <a:pt x="114528" y="109270"/>
                  </a:lnTo>
                  <a:lnTo>
                    <a:pt x="84620" y="142405"/>
                  </a:lnTo>
                  <a:lnTo>
                    <a:pt x="58788" y="178727"/>
                  </a:lnTo>
                  <a:lnTo>
                    <a:pt x="37388" y="217576"/>
                  </a:lnTo>
                  <a:lnTo>
                    <a:pt x="20561" y="258762"/>
                  </a:lnTo>
                  <a:lnTo>
                    <a:pt x="8559" y="301764"/>
                  </a:lnTo>
                  <a:lnTo>
                    <a:pt x="1625" y="346176"/>
                  </a:lnTo>
                  <a:lnTo>
                    <a:pt x="0" y="391553"/>
                  </a:lnTo>
                  <a:lnTo>
                    <a:pt x="3911" y="437464"/>
                  </a:lnTo>
                  <a:lnTo>
                    <a:pt x="13614" y="483501"/>
                  </a:lnTo>
                  <a:lnTo>
                    <a:pt x="47980" y="509905"/>
                  </a:lnTo>
                  <a:lnTo>
                    <a:pt x="719924" y="509905"/>
                  </a:lnTo>
                  <a:lnTo>
                    <a:pt x="722160" y="509981"/>
                  </a:lnTo>
                  <a:lnTo>
                    <a:pt x="751344" y="484657"/>
                  </a:lnTo>
                  <a:lnTo>
                    <a:pt x="751382" y="484505"/>
                  </a:lnTo>
                  <a:lnTo>
                    <a:pt x="752640" y="479666"/>
                  </a:lnTo>
                  <a:lnTo>
                    <a:pt x="761187" y="438645"/>
                  </a:lnTo>
                  <a:lnTo>
                    <a:pt x="764057" y="417626"/>
                  </a:lnTo>
                  <a:lnTo>
                    <a:pt x="765479" y="407123"/>
                  </a:lnTo>
                  <a:lnTo>
                    <a:pt x="765479" y="357784"/>
                  </a:lnTo>
                  <a:close/>
                </a:path>
              </a:pathLst>
            </a:custGeom>
            <a:solidFill>
              <a:srgbClr val="20537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87" name="object 67">
            <a:extLst>
              <a:ext uri="{FF2B5EF4-FFF2-40B4-BE49-F238E27FC236}">
                <a16:creationId xmlns:a16="http://schemas.microsoft.com/office/drawing/2014/main" id="{84E98524-EAE5-6B99-E0F9-F8C2F7A274AD}"/>
              </a:ext>
            </a:extLst>
          </p:cNvPr>
          <p:cNvGrpSpPr/>
          <p:nvPr/>
        </p:nvGrpSpPr>
        <p:grpSpPr>
          <a:xfrm>
            <a:off x="9805129" y="1865582"/>
            <a:ext cx="941868" cy="817492"/>
            <a:chOff x="16168678" y="3076483"/>
            <a:chExt cx="1553210" cy="1348105"/>
          </a:xfrm>
        </p:grpSpPr>
        <p:sp>
          <p:nvSpPr>
            <p:cNvPr id="88" name="object 68">
              <a:extLst>
                <a:ext uri="{FF2B5EF4-FFF2-40B4-BE49-F238E27FC236}">
                  <a16:creationId xmlns:a16="http://schemas.microsoft.com/office/drawing/2014/main" id="{47655E6A-35FF-1EB1-E3C9-8464F7A917BA}"/>
                </a:ext>
              </a:extLst>
            </p:cNvPr>
            <p:cNvSpPr/>
            <p:nvPr/>
          </p:nvSpPr>
          <p:spPr>
            <a:xfrm>
              <a:off x="16179117" y="3086922"/>
              <a:ext cx="1532255" cy="1327150"/>
            </a:xfrm>
            <a:custGeom>
              <a:avLst/>
              <a:gdLst/>
              <a:ahLst/>
              <a:cxnLst/>
              <a:rect l="l" t="t" r="r" b="b"/>
              <a:pathLst>
                <a:path w="1532255" h="1327150">
                  <a:moveTo>
                    <a:pt x="1149148" y="0"/>
                  </a:moveTo>
                  <a:lnTo>
                    <a:pt x="383045" y="0"/>
                  </a:lnTo>
                  <a:lnTo>
                    <a:pt x="0" y="663466"/>
                  </a:lnTo>
                  <a:lnTo>
                    <a:pt x="383045" y="1326922"/>
                  </a:lnTo>
                  <a:lnTo>
                    <a:pt x="1149148" y="1326922"/>
                  </a:lnTo>
                  <a:lnTo>
                    <a:pt x="1532194" y="663466"/>
                  </a:lnTo>
                  <a:lnTo>
                    <a:pt x="1149148" y="0"/>
                  </a:lnTo>
                  <a:close/>
                </a:path>
              </a:pathLst>
            </a:custGeom>
            <a:ln w="20878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9" name="object 69">
              <a:extLst>
                <a:ext uri="{FF2B5EF4-FFF2-40B4-BE49-F238E27FC236}">
                  <a16:creationId xmlns:a16="http://schemas.microsoft.com/office/drawing/2014/main" id="{3602199C-CD6D-97D0-F1F3-A0884C497085}"/>
                </a:ext>
              </a:extLst>
            </p:cNvPr>
            <p:cNvSpPr/>
            <p:nvPr/>
          </p:nvSpPr>
          <p:spPr>
            <a:xfrm>
              <a:off x="16565830" y="3262066"/>
              <a:ext cx="769620" cy="915669"/>
            </a:xfrm>
            <a:custGeom>
              <a:avLst/>
              <a:gdLst/>
              <a:ahLst/>
              <a:cxnLst/>
              <a:rect l="l" t="t" r="r" b="b"/>
              <a:pathLst>
                <a:path w="769619" h="915670">
                  <a:moveTo>
                    <a:pt x="687329" y="889000"/>
                  </a:moveTo>
                  <a:lnTo>
                    <a:pt x="81432" y="889000"/>
                  </a:lnTo>
                  <a:lnTo>
                    <a:pt x="74458" y="890270"/>
                  </a:lnTo>
                  <a:lnTo>
                    <a:pt x="68961" y="906780"/>
                  </a:lnTo>
                  <a:lnTo>
                    <a:pt x="73725" y="911860"/>
                  </a:lnTo>
                  <a:lnTo>
                    <a:pt x="80290" y="915670"/>
                  </a:lnTo>
                  <a:lnTo>
                    <a:pt x="688481" y="915670"/>
                  </a:lnTo>
                  <a:lnTo>
                    <a:pt x="695099" y="911860"/>
                  </a:lnTo>
                  <a:lnTo>
                    <a:pt x="699769" y="906780"/>
                  </a:lnTo>
                  <a:lnTo>
                    <a:pt x="694324" y="890270"/>
                  </a:lnTo>
                  <a:lnTo>
                    <a:pt x="687329" y="889000"/>
                  </a:lnTo>
                  <a:close/>
                </a:path>
                <a:path w="769619" h="915670">
                  <a:moveTo>
                    <a:pt x="296650" y="834390"/>
                  </a:moveTo>
                  <a:lnTo>
                    <a:pt x="121454" y="834390"/>
                  </a:lnTo>
                  <a:lnTo>
                    <a:pt x="115711" y="838200"/>
                  </a:lnTo>
                  <a:lnTo>
                    <a:pt x="112665" y="843280"/>
                  </a:lnTo>
                  <a:lnTo>
                    <a:pt x="111724" y="852170"/>
                  </a:lnTo>
                  <a:lnTo>
                    <a:pt x="111703" y="889000"/>
                  </a:lnTo>
                  <a:lnTo>
                    <a:pt x="139346" y="889000"/>
                  </a:lnTo>
                  <a:lnTo>
                    <a:pt x="139346" y="861060"/>
                  </a:lnTo>
                  <a:lnTo>
                    <a:pt x="286169" y="861060"/>
                  </a:lnTo>
                  <a:lnTo>
                    <a:pt x="297006" y="859790"/>
                  </a:lnTo>
                  <a:lnTo>
                    <a:pt x="302304" y="854710"/>
                  </a:lnTo>
                  <a:lnTo>
                    <a:pt x="302105" y="839470"/>
                  </a:lnTo>
                  <a:lnTo>
                    <a:pt x="296650" y="834390"/>
                  </a:lnTo>
                  <a:close/>
                </a:path>
                <a:path w="769619" h="915670">
                  <a:moveTo>
                    <a:pt x="350858" y="833120"/>
                  </a:moveTo>
                  <a:lnTo>
                    <a:pt x="340942" y="835660"/>
                  </a:lnTo>
                  <a:lnTo>
                    <a:pt x="336460" y="839470"/>
                  </a:lnTo>
                  <a:lnTo>
                    <a:pt x="335434" y="854710"/>
                  </a:lnTo>
                  <a:lnTo>
                    <a:pt x="339665" y="858520"/>
                  </a:lnTo>
                  <a:lnTo>
                    <a:pt x="350094" y="861060"/>
                  </a:lnTo>
                  <a:lnTo>
                    <a:pt x="629656" y="861060"/>
                  </a:lnTo>
                  <a:lnTo>
                    <a:pt x="629656" y="889000"/>
                  </a:lnTo>
                  <a:lnTo>
                    <a:pt x="657079" y="889000"/>
                  </a:lnTo>
                  <a:lnTo>
                    <a:pt x="656980" y="859790"/>
                  </a:lnTo>
                  <a:lnTo>
                    <a:pt x="656616" y="845820"/>
                  </a:lnTo>
                  <a:lnTo>
                    <a:pt x="653381" y="836930"/>
                  </a:lnTo>
                  <a:lnTo>
                    <a:pt x="644609" y="834390"/>
                  </a:lnTo>
                  <a:lnTo>
                    <a:pt x="353884" y="834390"/>
                  </a:lnTo>
                  <a:lnTo>
                    <a:pt x="350858" y="833120"/>
                  </a:lnTo>
                  <a:close/>
                </a:path>
                <a:path w="769619" h="915670">
                  <a:moveTo>
                    <a:pt x="319089" y="325120"/>
                  </a:moveTo>
                  <a:lnTo>
                    <a:pt x="259206" y="325120"/>
                  </a:lnTo>
                  <a:lnTo>
                    <a:pt x="259405" y="326390"/>
                  </a:lnTo>
                  <a:lnTo>
                    <a:pt x="259667" y="327660"/>
                  </a:lnTo>
                  <a:lnTo>
                    <a:pt x="259687" y="406400"/>
                  </a:lnTo>
                  <a:lnTo>
                    <a:pt x="259562" y="457200"/>
                  </a:lnTo>
                  <a:lnTo>
                    <a:pt x="258390" y="461010"/>
                  </a:lnTo>
                  <a:lnTo>
                    <a:pt x="242994" y="515620"/>
                  </a:lnTo>
                  <a:lnTo>
                    <a:pt x="157785" y="812800"/>
                  </a:lnTo>
                  <a:lnTo>
                    <a:pt x="130488" y="834390"/>
                  </a:lnTo>
                  <a:lnTo>
                    <a:pt x="226160" y="834390"/>
                  </a:lnTo>
                  <a:lnTo>
                    <a:pt x="222956" y="831850"/>
                  </a:lnTo>
                  <a:lnTo>
                    <a:pt x="227825" y="829310"/>
                  </a:lnTo>
                  <a:lnTo>
                    <a:pt x="243014" y="821690"/>
                  </a:lnTo>
                  <a:lnTo>
                    <a:pt x="183470" y="821690"/>
                  </a:lnTo>
                  <a:lnTo>
                    <a:pt x="226181" y="671830"/>
                  </a:lnTo>
                  <a:lnTo>
                    <a:pt x="285483" y="671830"/>
                  </a:lnTo>
                  <a:lnTo>
                    <a:pt x="280483" y="669290"/>
                  </a:lnTo>
                  <a:lnTo>
                    <a:pt x="279604" y="668020"/>
                  </a:lnTo>
                  <a:lnTo>
                    <a:pt x="277153" y="666750"/>
                  </a:lnTo>
                  <a:lnTo>
                    <a:pt x="568957" y="666750"/>
                  </a:lnTo>
                  <a:lnTo>
                    <a:pt x="560955" y="638810"/>
                  </a:lnTo>
                  <a:lnTo>
                    <a:pt x="262662" y="638810"/>
                  </a:lnTo>
                  <a:lnTo>
                    <a:pt x="264578" y="637540"/>
                  </a:lnTo>
                  <a:lnTo>
                    <a:pt x="265594" y="636270"/>
                  </a:lnTo>
                  <a:lnTo>
                    <a:pt x="288849" y="619760"/>
                  </a:lnTo>
                  <a:lnTo>
                    <a:pt x="241029" y="619760"/>
                  </a:lnTo>
                  <a:lnTo>
                    <a:pt x="281038" y="480060"/>
                  </a:lnTo>
                  <a:lnTo>
                    <a:pt x="328356" y="480060"/>
                  </a:lnTo>
                  <a:lnTo>
                    <a:pt x="319236" y="473710"/>
                  </a:lnTo>
                  <a:lnTo>
                    <a:pt x="319791" y="472440"/>
                  </a:lnTo>
                  <a:lnTo>
                    <a:pt x="513376" y="472440"/>
                  </a:lnTo>
                  <a:lnTo>
                    <a:pt x="510120" y="461010"/>
                  </a:lnTo>
                  <a:lnTo>
                    <a:pt x="509230" y="453390"/>
                  </a:lnTo>
                  <a:lnTo>
                    <a:pt x="509188" y="444500"/>
                  </a:lnTo>
                  <a:lnTo>
                    <a:pt x="287205" y="444500"/>
                  </a:lnTo>
                  <a:lnTo>
                    <a:pt x="287205" y="335280"/>
                  </a:lnTo>
                  <a:lnTo>
                    <a:pt x="334375" y="335280"/>
                  </a:lnTo>
                  <a:lnTo>
                    <a:pt x="319089" y="325120"/>
                  </a:lnTo>
                  <a:close/>
                </a:path>
                <a:path w="769619" h="915670">
                  <a:moveTo>
                    <a:pt x="445053" y="751840"/>
                  </a:moveTo>
                  <a:lnTo>
                    <a:pt x="386239" y="751840"/>
                  </a:lnTo>
                  <a:lnTo>
                    <a:pt x="427813" y="773430"/>
                  </a:lnTo>
                  <a:lnTo>
                    <a:pt x="543826" y="830580"/>
                  </a:lnTo>
                  <a:lnTo>
                    <a:pt x="544737" y="831850"/>
                  </a:lnTo>
                  <a:lnTo>
                    <a:pt x="548203" y="834390"/>
                  </a:lnTo>
                  <a:lnTo>
                    <a:pt x="619132" y="834390"/>
                  </a:lnTo>
                  <a:lnTo>
                    <a:pt x="615866" y="831850"/>
                  </a:lnTo>
                  <a:lnTo>
                    <a:pt x="613014" y="821690"/>
                  </a:lnTo>
                  <a:lnTo>
                    <a:pt x="585280" y="821690"/>
                  </a:lnTo>
                  <a:lnTo>
                    <a:pt x="445053" y="751840"/>
                  </a:lnTo>
                  <a:close/>
                </a:path>
                <a:path w="769619" h="915670">
                  <a:moveTo>
                    <a:pt x="285483" y="671830"/>
                  </a:moveTo>
                  <a:lnTo>
                    <a:pt x="226181" y="671830"/>
                  </a:lnTo>
                  <a:lnTo>
                    <a:pt x="354271" y="736600"/>
                  </a:lnTo>
                  <a:lnTo>
                    <a:pt x="183470" y="821690"/>
                  </a:lnTo>
                  <a:lnTo>
                    <a:pt x="243014" y="821690"/>
                  </a:lnTo>
                  <a:lnTo>
                    <a:pt x="303772" y="791210"/>
                  </a:lnTo>
                  <a:lnTo>
                    <a:pt x="340523" y="773430"/>
                  </a:lnTo>
                  <a:lnTo>
                    <a:pt x="380752" y="753110"/>
                  </a:lnTo>
                  <a:lnTo>
                    <a:pt x="386239" y="751840"/>
                  </a:lnTo>
                  <a:lnTo>
                    <a:pt x="445053" y="751840"/>
                  </a:lnTo>
                  <a:lnTo>
                    <a:pt x="414458" y="736600"/>
                  </a:lnTo>
                  <a:lnTo>
                    <a:pt x="447111" y="720090"/>
                  </a:lnTo>
                  <a:lnTo>
                    <a:pt x="382407" y="720090"/>
                  </a:lnTo>
                  <a:lnTo>
                    <a:pt x="355019" y="706120"/>
                  </a:lnTo>
                  <a:lnTo>
                    <a:pt x="330482" y="694690"/>
                  </a:lnTo>
                  <a:lnTo>
                    <a:pt x="285483" y="671830"/>
                  </a:lnTo>
                  <a:close/>
                </a:path>
                <a:path w="769619" h="915670">
                  <a:moveTo>
                    <a:pt x="570411" y="671830"/>
                  </a:moveTo>
                  <a:lnTo>
                    <a:pt x="542559" y="671830"/>
                  </a:lnTo>
                  <a:lnTo>
                    <a:pt x="585280" y="821690"/>
                  </a:lnTo>
                  <a:lnTo>
                    <a:pt x="613014" y="821690"/>
                  </a:lnTo>
                  <a:lnTo>
                    <a:pt x="599113" y="772160"/>
                  </a:lnTo>
                  <a:lnTo>
                    <a:pt x="570411" y="671830"/>
                  </a:lnTo>
                  <a:close/>
                </a:path>
                <a:path w="769619" h="915670">
                  <a:moveTo>
                    <a:pt x="568957" y="666750"/>
                  </a:moveTo>
                  <a:lnTo>
                    <a:pt x="489576" y="666750"/>
                  </a:lnTo>
                  <a:lnTo>
                    <a:pt x="490278" y="668020"/>
                  </a:lnTo>
                  <a:lnTo>
                    <a:pt x="410852" y="707390"/>
                  </a:lnTo>
                  <a:lnTo>
                    <a:pt x="387129" y="720090"/>
                  </a:lnTo>
                  <a:lnTo>
                    <a:pt x="447111" y="720090"/>
                  </a:lnTo>
                  <a:lnTo>
                    <a:pt x="542559" y="671830"/>
                  </a:lnTo>
                  <a:lnTo>
                    <a:pt x="570411" y="671830"/>
                  </a:lnTo>
                  <a:lnTo>
                    <a:pt x="568957" y="666750"/>
                  </a:lnTo>
                  <a:close/>
                </a:path>
                <a:path w="769619" h="915670">
                  <a:moveTo>
                    <a:pt x="433265" y="553720"/>
                  </a:moveTo>
                  <a:lnTo>
                    <a:pt x="386092" y="553720"/>
                  </a:lnTo>
                  <a:lnTo>
                    <a:pt x="417417" y="575310"/>
                  </a:lnTo>
                  <a:lnTo>
                    <a:pt x="446983" y="596900"/>
                  </a:lnTo>
                  <a:lnTo>
                    <a:pt x="507523" y="638810"/>
                  </a:lnTo>
                  <a:lnTo>
                    <a:pt x="560955" y="638810"/>
                  </a:lnTo>
                  <a:lnTo>
                    <a:pt x="555499" y="619760"/>
                  </a:lnTo>
                  <a:lnTo>
                    <a:pt x="527701" y="619760"/>
                  </a:lnTo>
                  <a:lnTo>
                    <a:pt x="433265" y="553720"/>
                  </a:lnTo>
                  <a:close/>
                </a:path>
                <a:path w="769619" h="915670">
                  <a:moveTo>
                    <a:pt x="328356" y="480060"/>
                  </a:moveTo>
                  <a:lnTo>
                    <a:pt x="281038" y="480060"/>
                  </a:lnTo>
                  <a:lnTo>
                    <a:pt x="360941" y="535940"/>
                  </a:lnTo>
                  <a:lnTo>
                    <a:pt x="241029" y="619760"/>
                  </a:lnTo>
                  <a:lnTo>
                    <a:pt x="288849" y="619760"/>
                  </a:lnTo>
                  <a:lnTo>
                    <a:pt x="322838" y="595630"/>
                  </a:lnTo>
                  <a:lnTo>
                    <a:pt x="350869" y="576580"/>
                  </a:lnTo>
                  <a:lnTo>
                    <a:pt x="381244" y="554990"/>
                  </a:lnTo>
                  <a:lnTo>
                    <a:pt x="386092" y="553720"/>
                  </a:lnTo>
                  <a:lnTo>
                    <a:pt x="433265" y="553720"/>
                  </a:lnTo>
                  <a:lnTo>
                    <a:pt x="407840" y="535940"/>
                  </a:lnTo>
                  <a:lnTo>
                    <a:pt x="433258" y="518160"/>
                  </a:lnTo>
                  <a:lnTo>
                    <a:pt x="383129" y="518160"/>
                  </a:lnTo>
                  <a:lnTo>
                    <a:pt x="365792" y="506730"/>
                  </a:lnTo>
                  <a:lnTo>
                    <a:pt x="350243" y="495300"/>
                  </a:lnTo>
                  <a:lnTo>
                    <a:pt x="328356" y="480060"/>
                  </a:lnTo>
                  <a:close/>
                </a:path>
                <a:path w="769619" h="915670">
                  <a:moveTo>
                    <a:pt x="515547" y="480060"/>
                  </a:moveTo>
                  <a:lnTo>
                    <a:pt x="487723" y="480060"/>
                  </a:lnTo>
                  <a:lnTo>
                    <a:pt x="527701" y="619760"/>
                  </a:lnTo>
                  <a:lnTo>
                    <a:pt x="555499" y="619760"/>
                  </a:lnTo>
                  <a:lnTo>
                    <a:pt x="526402" y="518160"/>
                  </a:lnTo>
                  <a:lnTo>
                    <a:pt x="515547" y="480060"/>
                  </a:lnTo>
                  <a:close/>
                </a:path>
                <a:path w="769619" h="915670">
                  <a:moveTo>
                    <a:pt x="513376" y="472440"/>
                  </a:moveTo>
                  <a:lnTo>
                    <a:pt x="450467" y="472440"/>
                  </a:lnTo>
                  <a:lnTo>
                    <a:pt x="448132" y="474980"/>
                  </a:lnTo>
                  <a:lnTo>
                    <a:pt x="446897" y="476250"/>
                  </a:lnTo>
                  <a:lnTo>
                    <a:pt x="417619" y="496570"/>
                  </a:lnTo>
                  <a:lnTo>
                    <a:pt x="403696" y="506730"/>
                  </a:lnTo>
                  <a:lnTo>
                    <a:pt x="389715" y="515620"/>
                  </a:lnTo>
                  <a:lnTo>
                    <a:pt x="387527" y="516890"/>
                  </a:lnTo>
                  <a:lnTo>
                    <a:pt x="383129" y="518160"/>
                  </a:lnTo>
                  <a:lnTo>
                    <a:pt x="433258" y="518160"/>
                  </a:lnTo>
                  <a:lnTo>
                    <a:pt x="487723" y="480060"/>
                  </a:lnTo>
                  <a:lnTo>
                    <a:pt x="515547" y="480060"/>
                  </a:lnTo>
                  <a:lnTo>
                    <a:pt x="513376" y="472440"/>
                  </a:lnTo>
                  <a:close/>
                </a:path>
                <a:path w="769619" h="915670">
                  <a:moveTo>
                    <a:pt x="334375" y="335280"/>
                  </a:moveTo>
                  <a:lnTo>
                    <a:pt x="287205" y="335280"/>
                  </a:lnTo>
                  <a:lnTo>
                    <a:pt x="447525" y="443230"/>
                  </a:lnTo>
                  <a:lnTo>
                    <a:pt x="447138" y="444500"/>
                  </a:lnTo>
                  <a:lnTo>
                    <a:pt x="509188" y="444500"/>
                  </a:lnTo>
                  <a:lnTo>
                    <a:pt x="509134" y="433070"/>
                  </a:lnTo>
                  <a:lnTo>
                    <a:pt x="481503" y="433070"/>
                  </a:lnTo>
                  <a:lnTo>
                    <a:pt x="334375" y="335280"/>
                  </a:lnTo>
                  <a:close/>
                </a:path>
                <a:path w="769619" h="915670">
                  <a:moveTo>
                    <a:pt x="123336" y="434340"/>
                  </a:moveTo>
                  <a:lnTo>
                    <a:pt x="52689" y="434340"/>
                  </a:lnTo>
                  <a:lnTo>
                    <a:pt x="70346" y="435610"/>
                  </a:lnTo>
                  <a:lnTo>
                    <a:pt x="105673" y="435610"/>
                  </a:lnTo>
                  <a:lnTo>
                    <a:pt x="123336" y="434340"/>
                  </a:lnTo>
                  <a:close/>
                </a:path>
                <a:path w="769619" h="915670">
                  <a:moveTo>
                    <a:pt x="726197" y="353060"/>
                  </a:moveTo>
                  <a:lnTo>
                    <a:pt x="635362" y="353060"/>
                  </a:lnTo>
                  <a:lnTo>
                    <a:pt x="630514" y="356870"/>
                  </a:lnTo>
                  <a:lnTo>
                    <a:pt x="630274" y="368300"/>
                  </a:lnTo>
                  <a:lnTo>
                    <a:pt x="630089" y="379730"/>
                  </a:lnTo>
                  <a:lnTo>
                    <a:pt x="630082" y="407670"/>
                  </a:lnTo>
                  <a:lnTo>
                    <a:pt x="630253" y="419100"/>
                  </a:lnTo>
                  <a:lnTo>
                    <a:pt x="630472" y="429260"/>
                  </a:lnTo>
                  <a:lnTo>
                    <a:pt x="635478" y="434340"/>
                  </a:lnTo>
                  <a:lnTo>
                    <a:pt x="646325" y="434340"/>
                  </a:lnTo>
                  <a:lnTo>
                    <a:pt x="663540" y="435610"/>
                  </a:lnTo>
                  <a:lnTo>
                    <a:pt x="697968" y="435610"/>
                  </a:lnTo>
                  <a:lnTo>
                    <a:pt x="725988" y="434340"/>
                  </a:lnTo>
                  <a:lnTo>
                    <a:pt x="731066" y="429260"/>
                  </a:lnTo>
                  <a:lnTo>
                    <a:pt x="731223" y="419100"/>
                  </a:lnTo>
                  <a:lnTo>
                    <a:pt x="731337" y="407670"/>
                  </a:lnTo>
                  <a:lnTo>
                    <a:pt x="657686" y="407670"/>
                  </a:lnTo>
                  <a:lnTo>
                    <a:pt x="657686" y="379730"/>
                  </a:lnTo>
                  <a:lnTo>
                    <a:pt x="731337" y="379730"/>
                  </a:lnTo>
                  <a:lnTo>
                    <a:pt x="731234" y="368300"/>
                  </a:lnTo>
                  <a:lnTo>
                    <a:pt x="731087" y="356870"/>
                  </a:lnTo>
                  <a:lnTo>
                    <a:pt x="726197" y="353060"/>
                  </a:lnTo>
                  <a:close/>
                </a:path>
                <a:path w="769619" h="915670">
                  <a:moveTo>
                    <a:pt x="133357" y="353060"/>
                  </a:moveTo>
                  <a:lnTo>
                    <a:pt x="42773" y="353060"/>
                  </a:lnTo>
                  <a:lnTo>
                    <a:pt x="37747" y="358140"/>
                  </a:lnTo>
                  <a:lnTo>
                    <a:pt x="37580" y="368300"/>
                  </a:lnTo>
                  <a:lnTo>
                    <a:pt x="37431" y="379730"/>
                  </a:lnTo>
                  <a:lnTo>
                    <a:pt x="37441" y="407670"/>
                  </a:lnTo>
                  <a:lnTo>
                    <a:pt x="37768" y="429260"/>
                  </a:lnTo>
                  <a:lnTo>
                    <a:pt x="42878" y="434340"/>
                  </a:lnTo>
                  <a:lnTo>
                    <a:pt x="133137" y="434340"/>
                  </a:lnTo>
                  <a:lnTo>
                    <a:pt x="138215" y="429260"/>
                  </a:lnTo>
                  <a:lnTo>
                    <a:pt x="138467" y="419100"/>
                  </a:lnTo>
                  <a:lnTo>
                    <a:pt x="138659" y="407670"/>
                  </a:lnTo>
                  <a:lnTo>
                    <a:pt x="65128" y="407670"/>
                  </a:lnTo>
                  <a:lnTo>
                    <a:pt x="65128" y="379730"/>
                  </a:lnTo>
                  <a:lnTo>
                    <a:pt x="138674" y="379730"/>
                  </a:lnTo>
                  <a:lnTo>
                    <a:pt x="138487" y="368300"/>
                  </a:lnTo>
                  <a:lnTo>
                    <a:pt x="138268" y="356870"/>
                  </a:lnTo>
                  <a:lnTo>
                    <a:pt x="133357" y="353060"/>
                  </a:lnTo>
                  <a:close/>
                </a:path>
                <a:path w="769619" h="915670">
                  <a:moveTo>
                    <a:pt x="509502" y="325120"/>
                  </a:moveTo>
                  <a:lnTo>
                    <a:pt x="481503" y="325120"/>
                  </a:lnTo>
                  <a:lnTo>
                    <a:pt x="481503" y="433070"/>
                  </a:lnTo>
                  <a:lnTo>
                    <a:pt x="509134" y="433070"/>
                  </a:lnTo>
                  <a:lnTo>
                    <a:pt x="509094" y="330200"/>
                  </a:lnTo>
                  <a:lnTo>
                    <a:pt x="509356" y="327660"/>
                  </a:lnTo>
                  <a:lnTo>
                    <a:pt x="509502" y="325120"/>
                  </a:lnTo>
                  <a:close/>
                </a:path>
                <a:path w="769619" h="915670">
                  <a:moveTo>
                    <a:pt x="138674" y="379730"/>
                  </a:moveTo>
                  <a:lnTo>
                    <a:pt x="111211" y="379730"/>
                  </a:lnTo>
                  <a:lnTo>
                    <a:pt x="111211" y="407670"/>
                  </a:lnTo>
                  <a:lnTo>
                    <a:pt x="138659" y="407670"/>
                  </a:lnTo>
                  <a:lnTo>
                    <a:pt x="138674" y="379730"/>
                  </a:lnTo>
                  <a:close/>
                </a:path>
                <a:path w="769619" h="915670">
                  <a:moveTo>
                    <a:pt x="731337" y="379730"/>
                  </a:moveTo>
                  <a:lnTo>
                    <a:pt x="703852" y="379730"/>
                  </a:lnTo>
                  <a:lnTo>
                    <a:pt x="703852" y="407670"/>
                  </a:lnTo>
                  <a:lnTo>
                    <a:pt x="731337" y="407670"/>
                  </a:lnTo>
                  <a:lnTo>
                    <a:pt x="731337" y="379730"/>
                  </a:lnTo>
                  <a:close/>
                </a:path>
                <a:path w="769619" h="915670">
                  <a:moveTo>
                    <a:pt x="694628" y="323850"/>
                  </a:moveTo>
                  <a:lnTo>
                    <a:pt x="74196" y="323850"/>
                  </a:lnTo>
                  <a:lnTo>
                    <a:pt x="74196" y="353060"/>
                  </a:lnTo>
                  <a:lnTo>
                    <a:pt x="102237" y="353060"/>
                  </a:lnTo>
                  <a:lnTo>
                    <a:pt x="102237" y="325120"/>
                  </a:lnTo>
                  <a:lnTo>
                    <a:pt x="694628" y="325120"/>
                  </a:lnTo>
                  <a:lnTo>
                    <a:pt x="694628" y="323850"/>
                  </a:lnTo>
                  <a:close/>
                </a:path>
                <a:path w="769619" h="915670">
                  <a:moveTo>
                    <a:pt x="694628" y="325120"/>
                  </a:moveTo>
                  <a:lnTo>
                    <a:pt x="666681" y="325120"/>
                  </a:lnTo>
                  <a:lnTo>
                    <a:pt x="666681" y="353060"/>
                  </a:lnTo>
                  <a:lnTo>
                    <a:pt x="694628" y="353060"/>
                  </a:lnTo>
                  <a:lnTo>
                    <a:pt x="694628" y="325120"/>
                  </a:lnTo>
                  <a:close/>
                </a:path>
                <a:path w="769619" h="915670">
                  <a:moveTo>
                    <a:pt x="323529" y="101600"/>
                  </a:moveTo>
                  <a:lnTo>
                    <a:pt x="258882" y="101600"/>
                  </a:lnTo>
                  <a:lnTo>
                    <a:pt x="259206" y="104140"/>
                  </a:lnTo>
                  <a:lnTo>
                    <a:pt x="259625" y="105410"/>
                  </a:lnTo>
                  <a:lnTo>
                    <a:pt x="259747" y="204470"/>
                  </a:lnTo>
                  <a:lnTo>
                    <a:pt x="259845" y="226060"/>
                  </a:lnTo>
                  <a:lnTo>
                    <a:pt x="256568" y="227330"/>
                  </a:lnTo>
                  <a:lnTo>
                    <a:pt x="222885" y="236220"/>
                  </a:lnTo>
                  <a:lnTo>
                    <a:pt x="3937" y="299720"/>
                  </a:lnTo>
                  <a:lnTo>
                    <a:pt x="52" y="304800"/>
                  </a:lnTo>
                  <a:lnTo>
                    <a:pt x="1916" y="320040"/>
                  </a:lnTo>
                  <a:lnTo>
                    <a:pt x="7381" y="323850"/>
                  </a:lnTo>
                  <a:lnTo>
                    <a:pt x="746961" y="323850"/>
                  </a:lnTo>
                  <a:lnTo>
                    <a:pt x="752877" y="325120"/>
                  </a:lnTo>
                  <a:lnTo>
                    <a:pt x="761652" y="321310"/>
                  </a:lnTo>
                  <a:lnTo>
                    <a:pt x="765871" y="316230"/>
                  </a:lnTo>
                  <a:lnTo>
                    <a:pt x="769473" y="306070"/>
                  </a:lnTo>
                  <a:lnTo>
                    <a:pt x="765945" y="300990"/>
                  </a:lnTo>
                  <a:lnTo>
                    <a:pt x="757442" y="297180"/>
                  </a:lnTo>
                  <a:lnTo>
                    <a:pt x="754500" y="295910"/>
                  </a:lnTo>
                  <a:lnTo>
                    <a:pt x="116205" y="295910"/>
                  </a:lnTo>
                  <a:lnTo>
                    <a:pt x="115944" y="294640"/>
                  </a:lnTo>
                  <a:lnTo>
                    <a:pt x="259206" y="254000"/>
                  </a:lnTo>
                  <a:lnTo>
                    <a:pt x="287143" y="254000"/>
                  </a:lnTo>
                  <a:lnTo>
                    <a:pt x="287143" y="250190"/>
                  </a:lnTo>
                  <a:lnTo>
                    <a:pt x="594027" y="250190"/>
                  </a:lnTo>
                  <a:lnTo>
                    <a:pt x="564197" y="241300"/>
                  </a:lnTo>
                  <a:lnTo>
                    <a:pt x="510979" y="227330"/>
                  </a:lnTo>
                  <a:lnTo>
                    <a:pt x="508853" y="224790"/>
                  </a:lnTo>
                  <a:lnTo>
                    <a:pt x="508873" y="222250"/>
                  </a:lnTo>
                  <a:lnTo>
                    <a:pt x="286965" y="222250"/>
                  </a:lnTo>
                  <a:lnTo>
                    <a:pt x="286965" y="113030"/>
                  </a:lnTo>
                  <a:lnTo>
                    <a:pt x="334082" y="113030"/>
                  </a:lnTo>
                  <a:lnTo>
                    <a:pt x="318744" y="102870"/>
                  </a:lnTo>
                  <a:lnTo>
                    <a:pt x="323529" y="101600"/>
                  </a:lnTo>
                  <a:close/>
                </a:path>
                <a:path w="769619" h="915670">
                  <a:moveTo>
                    <a:pt x="287143" y="254000"/>
                  </a:moveTo>
                  <a:lnTo>
                    <a:pt x="259206" y="254000"/>
                  </a:lnTo>
                  <a:lnTo>
                    <a:pt x="259206" y="295910"/>
                  </a:lnTo>
                  <a:lnTo>
                    <a:pt x="287143" y="295910"/>
                  </a:lnTo>
                  <a:lnTo>
                    <a:pt x="287143" y="254000"/>
                  </a:lnTo>
                  <a:close/>
                </a:path>
                <a:path w="769619" h="915670">
                  <a:moveTo>
                    <a:pt x="594027" y="250190"/>
                  </a:moveTo>
                  <a:lnTo>
                    <a:pt x="481576" y="250190"/>
                  </a:lnTo>
                  <a:lnTo>
                    <a:pt x="481576" y="295910"/>
                  </a:lnTo>
                  <a:lnTo>
                    <a:pt x="509544" y="295910"/>
                  </a:lnTo>
                  <a:lnTo>
                    <a:pt x="509544" y="254000"/>
                  </a:lnTo>
                  <a:lnTo>
                    <a:pt x="606811" y="254000"/>
                  </a:lnTo>
                  <a:lnTo>
                    <a:pt x="594027" y="250190"/>
                  </a:lnTo>
                  <a:close/>
                </a:path>
                <a:path w="769619" h="915670">
                  <a:moveTo>
                    <a:pt x="606811" y="254000"/>
                  </a:moveTo>
                  <a:lnTo>
                    <a:pt x="509544" y="254000"/>
                  </a:lnTo>
                  <a:lnTo>
                    <a:pt x="652849" y="294640"/>
                  </a:lnTo>
                  <a:lnTo>
                    <a:pt x="652597" y="295910"/>
                  </a:lnTo>
                  <a:lnTo>
                    <a:pt x="754500" y="295910"/>
                  </a:lnTo>
                  <a:lnTo>
                    <a:pt x="611072" y="255270"/>
                  </a:lnTo>
                  <a:lnTo>
                    <a:pt x="606811" y="254000"/>
                  </a:lnTo>
                  <a:close/>
                </a:path>
                <a:path w="769619" h="915670">
                  <a:moveTo>
                    <a:pt x="334082" y="113030"/>
                  </a:moveTo>
                  <a:lnTo>
                    <a:pt x="286965" y="113030"/>
                  </a:lnTo>
                  <a:lnTo>
                    <a:pt x="449630" y="222250"/>
                  </a:lnTo>
                  <a:lnTo>
                    <a:pt x="508873" y="222250"/>
                  </a:lnTo>
                  <a:lnTo>
                    <a:pt x="508960" y="210820"/>
                  </a:lnTo>
                  <a:lnTo>
                    <a:pt x="481713" y="210820"/>
                  </a:lnTo>
                  <a:lnTo>
                    <a:pt x="334082" y="113030"/>
                  </a:lnTo>
                  <a:close/>
                </a:path>
                <a:path w="769619" h="915670">
                  <a:moveTo>
                    <a:pt x="122100" y="212090"/>
                  </a:moveTo>
                  <a:lnTo>
                    <a:pt x="54134" y="212090"/>
                  </a:lnTo>
                  <a:lnTo>
                    <a:pt x="71128" y="213360"/>
                  </a:lnTo>
                  <a:lnTo>
                    <a:pt x="105112" y="213360"/>
                  </a:lnTo>
                  <a:lnTo>
                    <a:pt x="122100" y="212090"/>
                  </a:lnTo>
                  <a:close/>
                </a:path>
                <a:path w="769619" h="915670">
                  <a:moveTo>
                    <a:pt x="715496" y="212090"/>
                  </a:moveTo>
                  <a:lnTo>
                    <a:pt x="645739" y="212090"/>
                  </a:lnTo>
                  <a:lnTo>
                    <a:pt x="663181" y="213360"/>
                  </a:lnTo>
                  <a:lnTo>
                    <a:pt x="698060" y="213360"/>
                  </a:lnTo>
                  <a:lnTo>
                    <a:pt x="715496" y="212090"/>
                  </a:lnTo>
                  <a:close/>
                </a:path>
                <a:path w="769619" h="915670">
                  <a:moveTo>
                    <a:pt x="115001" y="129540"/>
                  </a:moveTo>
                  <a:lnTo>
                    <a:pt x="61369" y="129540"/>
                  </a:lnTo>
                  <a:lnTo>
                    <a:pt x="42239" y="130810"/>
                  </a:lnTo>
                  <a:lnTo>
                    <a:pt x="37600" y="134620"/>
                  </a:lnTo>
                  <a:lnTo>
                    <a:pt x="37508" y="194310"/>
                  </a:lnTo>
                  <a:lnTo>
                    <a:pt x="37621" y="207010"/>
                  </a:lnTo>
                  <a:lnTo>
                    <a:pt x="42229" y="212090"/>
                  </a:lnTo>
                  <a:lnTo>
                    <a:pt x="133629" y="212090"/>
                  </a:lnTo>
                  <a:lnTo>
                    <a:pt x="138341" y="208280"/>
                  </a:lnTo>
                  <a:lnTo>
                    <a:pt x="138679" y="185420"/>
                  </a:lnTo>
                  <a:lnTo>
                    <a:pt x="64982" y="185420"/>
                  </a:lnTo>
                  <a:lnTo>
                    <a:pt x="64982" y="157480"/>
                  </a:lnTo>
                  <a:lnTo>
                    <a:pt x="138682" y="157480"/>
                  </a:lnTo>
                  <a:lnTo>
                    <a:pt x="138530" y="146050"/>
                  </a:lnTo>
                  <a:lnTo>
                    <a:pt x="138351" y="134620"/>
                  </a:lnTo>
                  <a:lnTo>
                    <a:pt x="133598" y="130810"/>
                  </a:lnTo>
                  <a:lnTo>
                    <a:pt x="115001" y="129540"/>
                  </a:lnTo>
                  <a:close/>
                </a:path>
                <a:path w="769619" h="915670">
                  <a:moveTo>
                    <a:pt x="707810" y="129540"/>
                  </a:moveTo>
                  <a:lnTo>
                    <a:pt x="652974" y="129540"/>
                  </a:lnTo>
                  <a:lnTo>
                    <a:pt x="635300" y="130810"/>
                  </a:lnTo>
                  <a:lnTo>
                    <a:pt x="630483" y="134620"/>
                  </a:lnTo>
                  <a:lnTo>
                    <a:pt x="630243" y="147320"/>
                  </a:lnTo>
                  <a:lnTo>
                    <a:pt x="630106" y="156210"/>
                  </a:lnTo>
                  <a:lnTo>
                    <a:pt x="630064" y="184150"/>
                  </a:lnTo>
                  <a:lnTo>
                    <a:pt x="630263" y="196850"/>
                  </a:lnTo>
                  <a:lnTo>
                    <a:pt x="630483" y="207010"/>
                  </a:lnTo>
                  <a:lnTo>
                    <a:pt x="635216" y="212090"/>
                  </a:lnTo>
                  <a:lnTo>
                    <a:pt x="726386" y="212090"/>
                  </a:lnTo>
                  <a:lnTo>
                    <a:pt x="731098" y="207010"/>
                  </a:lnTo>
                  <a:lnTo>
                    <a:pt x="731256" y="194310"/>
                  </a:lnTo>
                  <a:lnTo>
                    <a:pt x="731332" y="185420"/>
                  </a:lnTo>
                  <a:lnTo>
                    <a:pt x="657875" y="185420"/>
                  </a:lnTo>
                  <a:lnTo>
                    <a:pt x="657875" y="157480"/>
                  </a:lnTo>
                  <a:lnTo>
                    <a:pt x="731320" y="157480"/>
                  </a:lnTo>
                  <a:lnTo>
                    <a:pt x="731129" y="134620"/>
                  </a:lnTo>
                  <a:lnTo>
                    <a:pt x="726365" y="130810"/>
                  </a:lnTo>
                  <a:lnTo>
                    <a:pt x="707810" y="129540"/>
                  </a:lnTo>
                  <a:close/>
                </a:path>
                <a:path w="769619" h="915670">
                  <a:moveTo>
                    <a:pt x="509073" y="101600"/>
                  </a:moveTo>
                  <a:lnTo>
                    <a:pt x="480372" y="101600"/>
                  </a:lnTo>
                  <a:lnTo>
                    <a:pt x="482404" y="102870"/>
                  </a:lnTo>
                  <a:lnTo>
                    <a:pt x="482299" y="113030"/>
                  </a:lnTo>
                  <a:lnTo>
                    <a:pt x="482163" y="129540"/>
                  </a:lnTo>
                  <a:lnTo>
                    <a:pt x="482142" y="204470"/>
                  </a:lnTo>
                  <a:lnTo>
                    <a:pt x="481922" y="207010"/>
                  </a:lnTo>
                  <a:lnTo>
                    <a:pt x="481713" y="210820"/>
                  </a:lnTo>
                  <a:lnTo>
                    <a:pt x="508960" y="210820"/>
                  </a:lnTo>
                  <a:lnTo>
                    <a:pt x="509086" y="194310"/>
                  </a:lnTo>
                  <a:lnTo>
                    <a:pt x="509073" y="101600"/>
                  </a:lnTo>
                  <a:close/>
                </a:path>
                <a:path w="769619" h="915670">
                  <a:moveTo>
                    <a:pt x="138682" y="157480"/>
                  </a:moveTo>
                  <a:lnTo>
                    <a:pt x="110855" y="157480"/>
                  </a:lnTo>
                  <a:lnTo>
                    <a:pt x="110855" y="185420"/>
                  </a:lnTo>
                  <a:lnTo>
                    <a:pt x="138679" y="185420"/>
                  </a:lnTo>
                  <a:lnTo>
                    <a:pt x="138682" y="157480"/>
                  </a:lnTo>
                  <a:close/>
                </a:path>
                <a:path w="769619" h="915670">
                  <a:moveTo>
                    <a:pt x="731320" y="157480"/>
                  </a:moveTo>
                  <a:lnTo>
                    <a:pt x="704104" y="157480"/>
                  </a:lnTo>
                  <a:lnTo>
                    <a:pt x="704104" y="185420"/>
                  </a:lnTo>
                  <a:lnTo>
                    <a:pt x="731332" y="185420"/>
                  </a:lnTo>
                  <a:lnTo>
                    <a:pt x="731320" y="157480"/>
                  </a:lnTo>
                  <a:close/>
                </a:path>
                <a:path w="769619" h="915670">
                  <a:moveTo>
                    <a:pt x="102153" y="101600"/>
                  </a:moveTo>
                  <a:lnTo>
                    <a:pt x="73997" y="101600"/>
                  </a:lnTo>
                  <a:lnTo>
                    <a:pt x="73997" y="129540"/>
                  </a:lnTo>
                  <a:lnTo>
                    <a:pt x="102153" y="129540"/>
                  </a:lnTo>
                  <a:lnTo>
                    <a:pt x="102153" y="101600"/>
                  </a:lnTo>
                  <a:close/>
                </a:path>
                <a:path w="769619" h="915670">
                  <a:moveTo>
                    <a:pt x="694471" y="101600"/>
                  </a:moveTo>
                  <a:lnTo>
                    <a:pt x="666597" y="101600"/>
                  </a:lnTo>
                  <a:lnTo>
                    <a:pt x="666597" y="129540"/>
                  </a:lnTo>
                  <a:lnTo>
                    <a:pt x="694471" y="129540"/>
                  </a:lnTo>
                  <a:lnTo>
                    <a:pt x="694471" y="101600"/>
                  </a:lnTo>
                  <a:close/>
                </a:path>
                <a:path w="769619" h="915670">
                  <a:moveTo>
                    <a:pt x="499188" y="1270"/>
                  </a:moveTo>
                  <a:lnTo>
                    <a:pt x="268463" y="1270"/>
                  </a:lnTo>
                  <a:lnTo>
                    <a:pt x="51066" y="63500"/>
                  </a:lnTo>
                  <a:lnTo>
                    <a:pt x="30904" y="68580"/>
                  </a:lnTo>
                  <a:lnTo>
                    <a:pt x="20842" y="72390"/>
                  </a:lnTo>
                  <a:lnTo>
                    <a:pt x="10805" y="74930"/>
                  </a:lnTo>
                  <a:lnTo>
                    <a:pt x="3643" y="77470"/>
                  </a:lnTo>
                  <a:lnTo>
                    <a:pt x="0" y="82550"/>
                  </a:lnTo>
                  <a:lnTo>
                    <a:pt x="2198" y="97790"/>
                  </a:lnTo>
                  <a:lnTo>
                    <a:pt x="7109" y="100330"/>
                  </a:lnTo>
                  <a:lnTo>
                    <a:pt x="18020" y="101600"/>
                  </a:lnTo>
                  <a:lnTo>
                    <a:pt x="742296" y="101600"/>
                  </a:lnTo>
                  <a:lnTo>
                    <a:pt x="754563" y="100330"/>
                  </a:lnTo>
                  <a:lnTo>
                    <a:pt x="758887" y="100330"/>
                  </a:lnTo>
                  <a:lnTo>
                    <a:pt x="764500" y="96520"/>
                  </a:lnTo>
                  <a:lnTo>
                    <a:pt x="768259" y="88900"/>
                  </a:lnTo>
                  <a:lnTo>
                    <a:pt x="766667" y="82550"/>
                  </a:lnTo>
                  <a:lnTo>
                    <a:pt x="762427" y="76200"/>
                  </a:lnTo>
                  <a:lnTo>
                    <a:pt x="757599" y="74930"/>
                  </a:lnTo>
                  <a:lnTo>
                    <a:pt x="753116" y="73660"/>
                  </a:lnTo>
                  <a:lnTo>
                    <a:pt x="118090" y="73660"/>
                  </a:lnTo>
                  <a:lnTo>
                    <a:pt x="117797" y="72390"/>
                  </a:lnTo>
                  <a:lnTo>
                    <a:pt x="259206" y="31750"/>
                  </a:lnTo>
                  <a:lnTo>
                    <a:pt x="287090" y="31750"/>
                  </a:lnTo>
                  <a:lnTo>
                    <a:pt x="287090" y="27940"/>
                  </a:lnTo>
                  <a:lnTo>
                    <a:pt x="594814" y="27940"/>
                  </a:lnTo>
                  <a:lnTo>
                    <a:pt x="499188" y="1270"/>
                  </a:lnTo>
                  <a:close/>
                </a:path>
                <a:path w="769619" h="915670">
                  <a:moveTo>
                    <a:pt x="287090" y="31750"/>
                  </a:moveTo>
                  <a:lnTo>
                    <a:pt x="259206" y="31750"/>
                  </a:lnTo>
                  <a:lnTo>
                    <a:pt x="259206" y="73660"/>
                  </a:lnTo>
                  <a:lnTo>
                    <a:pt x="287090" y="73660"/>
                  </a:lnTo>
                  <a:lnTo>
                    <a:pt x="287090" y="31750"/>
                  </a:lnTo>
                  <a:close/>
                </a:path>
                <a:path w="769619" h="915670">
                  <a:moveTo>
                    <a:pt x="594814" y="27940"/>
                  </a:moveTo>
                  <a:lnTo>
                    <a:pt x="481608" y="27940"/>
                  </a:lnTo>
                  <a:lnTo>
                    <a:pt x="481608" y="73660"/>
                  </a:lnTo>
                  <a:lnTo>
                    <a:pt x="509806" y="73660"/>
                  </a:lnTo>
                  <a:lnTo>
                    <a:pt x="509806" y="31750"/>
                  </a:lnTo>
                  <a:lnTo>
                    <a:pt x="608061" y="31750"/>
                  </a:lnTo>
                  <a:lnTo>
                    <a:pt x="603898" y="30480"/>
                  </a:lnTo>
                  <a:lnTo>
                    <a:pt x="594814" y="27940"/>
                  </a:lnTo>
                  <a:close/>
                </a:path>
                <a:path w="769619" h="915670">
                  <a:moveTo>
                    <a:pt x="608061" y="31750"/>
                  </a:moveTo>
                  <a:lnTo>
                    <a:pt x="509806" y="31750"/>
                  </a:lnTo>
                  <a:lnTo>
                    <a:pt x="650859" y="72390"/>
                  </a:lnTo>
                  <a:lnTo>
                    <a:pt x="650503" y="73660"/>
                  </a:lnTo>
                  <a:lnTo>
                    <a:pt x="753116" y="73660"/>
                  </a:lnTo>
                  <a:lnTo>
                    <a:pt x="653851" y="45720"/>
                  </a:lnTo>
                  <a:lnTo>
                    <a:pt x="608061" y="31750"/>
                  </a:lnTo>
                  <a:close/>
                </a:path>
                <a:path w="769619" h="915670">
                  <a:moveTo>
                    <a:pt x="436716" y="0"/>
                  </a:moveTo>
                  <a:lnTo>
                    <a:pt x="332087" y="0"/>
                  </a:lnTo>
                  <a:lnTo>
                    <a:pt x="274201" y="1270"/>
                  </a:lnTo>
                  <a:lnTo>
                    <a:pt x="494016" y="1270"/>
                  </a:lnTo>
                  <a:lnTo>
                    <a:pt x="436716" y="0"/>
                  </a:lnTo>
                  <a:close/>
                </a:path>
              </a:pathLst>
            </a:custGeom>
            <a:solidFill>
              <a:srgbClr val="20537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90" name="object 70">
            <a:extLst>
              <a:ext uri="{FF2B5EF4-FFF2-40B4-BE49-F238E27FC236}">
                <a16:creationId xmlns:a16="http://schemas.microsoft.com/office/drawing/2014/main" id="{6E0750F1-E2D1-27F7-D859-61251A439A31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50790" y="3672204"/>
            <a:ext cx="90278" cy="90278"/>
          </a:xfrm>
          <a:prstGeom prst="rect">
            <a:avLst/>
          </a:prstGeom>
        </p:spPr>
      </p:pic>
      <p:pic>
        <p:nvPicPr>
          <p:cNvPr id="91" name="object 71">
            <a:extLst>
              <a:ext uri="{FF2B5EF4-FFF2-40B4-BE49-F238E27FC236}">
                <a16:creationId xmlns:a16="http://schemas.microsoft.com/office/drawing/2014/main" id="{1388B680-A2E9-4458-EED8-EF236C1B0657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50790" y="4262877"/>
            <a:ext cx="90278" cy="90278"/>
          </a:xfrm>
          <a:prstGeom prst="rect">
            <a:avLst/>
          </a:prstGeom>
        </p:spPr>
      </p:pic>
      <p:pic>
        <p:nvPicPr>
          <p:cNvPr id="92" name="object 72">
            <a:extLst>
              <a:ext uri="{FF2B5EF4-FFF2-40B4-BE49-F238E27FC236}">
                <a16:creationId xmlns:a16="http://schemas.microsoft.com/office/drawing/2014/main" id="{91D2764A-6937-4B37-96A5-2CCCC87C04E2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50790" y="4771163"/>
            <a:ext cx="90278" cy="90278"/>
          </a:xfrm>
          <a:prstGeom prst="rect">
            <a:avLst/>
          </a:prstGeom>
        </p:spPr>
      </p:pic>
      <p:pic>
        <p:nvPicPr>
          <p:cNvPr id="93" name="object 73">
            <a:extLst>
              <a:ext uri="{FF2B5EF4-FFF2-40B4-BE49-F238E27FC236}">
                <a16:creationId xmlns:a16="http://schemas.microsoft.com/office/drawing/2014/main" id="{EBB98507-F955-B520-C4D5-2CAAC5B2271B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50790" y="5140825"/>
            <a:ext cx="90278" cy="90278"/>
          </a:xfrm>
          <a:prstGeom prst="rect">
            <a:avLst/>
          </a:prstGeom>
        </p:spPr>
      </p:pic>
      <p:pic>
        <p:nvPicPr>
          <p:cNvPr id="94" name="object 74">
            <a:extLst>
              <a:ext uri="{FF2B5EF4-FFF2-40B4-BE49-F238E27FC236}">
                <a16:creationId xmlns:a16="http://schemas.microsoft.com/office/drawing/2014/main" id="{8A112325-7D0E-6E12-AB18-38BAC28C2FE8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50790" y="5510487"/>
            <a:ext cx="90278" cy="90278"/>
          </a:xfrm>
          <a:prstGeom prst="rect">
            <a:avLst/>
          </a:prstGeom>
        </p:spPr>
      </p:pic>
      <p:pic>
        <p:nvPicPr>
          <p:cNvPr id="95" name="object 75">
            <a:extLst>
              <a:ext uri="{FF2B5EF4-FFF2-40B4-BE49-F238E27FC236}">
                <a16:creationId xmlns:a16="http://schemas.microsoft.com/office/drawing/2014/main" id="{3DE772E6-A3A2-DCD2-A20C-31A0C0C727CD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50790" y="5878011"/>
            <a:ext cx="90278" cy="90278"/>
          </a:xfrm>
          <a:prstGeom prst="rect">
            <a:avLst/>
          </a:prstGeom>
        </p:spPr>
      </p:pic>
      <p:pic>
        <p:nvPicPr>
          <p:cNvPr id="96" name="object 70">
            <a:extLst>
              <a:ext uri="{FF2B5EF4-FFF2-40B4-BE49-F238E27FC236}">
                <a16:creationId xmlns:a16="http://schemas.microsoft.com/office/drawing/2014/main" id="{37C59E16-13CB-D6F1-6B4A-0DA9AC1AED1E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73872" y="3082510"/>
            <a:ext cx="90278" cy="90278"/>
          </a:xfrm>
          <a:prstGeom prst="rect">
            <a:avLst/>
          </a:prstGeom>
        </p:spPr>
      </p:pic>
      <p:sp>
        <p:nvSpPr>
          <p:cNvPr id="97" name="object 56">
            <a:extLst>
              <a:ext uri="{FF2B5EF4-FFF2-40B4-BE49-F238E27FC236}">
                <a16:creationId xmlns:a16="http://schemas.microsoft.com/office/drawing/2014/main" id="{FF3C6200-6525-C89B-C88E-4BDC3C6335EF}"/>
              </a:ext>
            </a:extLst>
          </p:cNvPr>
          <p:cNvSpPr txBox="1"/>
          <p:nvPr/>
        </p:nvSpPr>
        <p:spPr>
          <a:xfrm>
            <a:off x="6851571" y="3291476"/>
            <a:ext cx="1850551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de-DE" sz="1455" b="1" spc="-21" dirty="0">
                <a:solidFill>
                  <a:srgbClr val="205379"/>
                </a:solidFill>
                <a:latin typeface="Raleway"/>
                <a:cs typeface="Raleway"/>
              </a:rPr>
              <a:t>Green</a:t>
            </a:r>
            <a:r>
              <a:rPr sz="1455" b="1" spc="-30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lang="de-DE" sz="1455" b="1" spc="-30" dirty="0" err="1">
                <a:solidFill>
                  <a:srgbClr val="205379"/>
                </a:solidFill>
                <a:latin typeface="Raleway"/>
                <a:cs typeface="Raleway"/>
              </a:rPr>
              <a:t>Fuels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98" name="object 56">
            <a:extLst>
              <a:ext uri="{FF2B5EF4-FFF2-40B4-BE49-F238E27FC236}">
                <a16:creationId xmlns:a16="http://schemas.microsoft.com/office/drawing/2014/main" id="{077D64A0-B88C-06E0-C48F-BAC5104FAE4B}"/>
              </a:ext>
            </a:extLst>
          </p:cNvPr>
          <p:cNvSpPr txBox="1"/>
          <p:nvPr/>
        </p:nvSpPr>
        <p:spPr>
          <a:xfrm>
            <a:off x="6851571" y="3551697"/>
            <a:ext cx="1850551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de-DE" sz="1455" b="1" spc="-21" dirty="0" err="1">
                <a:solidFill>
                  <a:srgbClr val="205379"/>
                </a:solidFill>
                <a:latin typeface="Raleway"/>
                <a:cs typeface="Raleway"/>
              </a:rPr>
              <a:t>District</a:t>
            </a:r>
            <a:r>
              <a:rPr lang="de-DE" sz="1455" b="1" spc="-21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lang="de-DE" sz="1455" b="1" spc="-21" dirty="0" err="1">
                <a:solidFill>
                  <a:srgbClr val="205379"/>
                </a:solidFill>
                <a:latin typeface="Raleway"/>
                <a:cs typeface="Raleway"/>
              </a:rPr>
              <a:t>Heating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99" name="object 56">
            <a:extLst>
              <a:ext uri="{FF2B5EF4-FFF2-40B4-BE49-F238E27FC236}">
                <a16:creationId xmlns:a16="http://schemas.microsoft.com/office/drawing/2014/main" id="{18AD3E63-2540-BEB7-FA17-6B9E29B30E6D}"/>
              </a:ext>
            </a:extLst>
          </p:cNvPr>
          <p:cNvSpPr txBox="1"/>
          <p:nvPr/>
        </p:nvSpPr>
        <p:spPr>
          <a:xfrm>
            <a:off x="6853100" y="3829662"/>
            <a:ext cx="1850551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de-DE" sz="1455" b="1" spc="-21" dirty="0">
                <a:solidFill>
                  <a:srgbClr val="205379"/>
                </a:solidFill>
                <a:latin typeface="Raleway"/>
                <a:cs typeface="Raleway"/>
              </a:rPr>
              <a:t>City Gas</a:t>
            </a:r>
            <a:endParaRPr sz="1455" dirty="0">
              <a:latin typeface="Raleway"/>
              <a:cs typeface="Raleway"/>
            </a:endParaRPr>
          </a:p>
        </p:txBody>
      </p:sp>
      <p:sp>
        <p:nvSpPr>
          <p:cNvPr id="100" name="object 56">
            <a:extLst>
              <a:ext uri="{FF2B5EF4-FFF2-40B4-BE49-F238E27FC236}">
                <a16:creationId xmlns:a16="http://schemas.microsoft.com/office/drawing/2014/main" id="{5CFCC9B9-B447-E8EF-3EE4-83BF1B266C8D}"/>
              </a:ext>
            </a:extLst>
          </p:cNvPr>
          <p:cNvSpPr txBox="1"/>
          <p:nvPr/>
        </p:nvSpPr>
        <p:spPr>
          <a:xfrm>
            <a:off x="6851572" y="3009990"/>
            <a:ext cx="1850551" cy="2312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de-DE" sz="1455" b="1" spc="-21" dirty="0" err="1">
                <a:solidFill>
                  <a:srgbClr val="205379"/>
                </a:solidFill>
                <a:latin typeface="Raleway"/>
                <a:cs typeface="Raleway"/>
              </a:rPr>
              <a:t>Electricity</a:t>
            </a:r>
            <a:endParaRPr sz="1455" dirty="0">
              <a:latin typeface="Raleway"/>
              <a:cs typeface="Raleway"/>
            </a:endParaRPr>
          </a:p>
        </p:txBody>
      </p:sp>
      <p:pic>
        <p:nvPicPr>
          <p:cNvPr id="101" name="object 70">
            <a:extLst>
              <a:ext uri="{FF2B5EF4-FFF2-40B4-BE49-F238E27FC236}">
                <a16:creationId xmlns:a16="http://schemas.microsoft.com/office/drawing/2014/main" id="{F85A2998-FA6F-9D73-4018-6CD8B4546520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71536" y="3373517"/>
            <a:ext cx="90278" cy="90278"/>
          </a:xfrm>
          <a:prstGeom prst="rect">
            <a:avLst/>
          </a:prstGeom>
        </p:spPr>
      </p:pic>
      <p:pic>
        <p:nvPicPr>
          <p:cNvPr id="102" name="object 70">
            <a:extLst>
              <a:ext uri="{FF2B5EF4-FFF2-40B4-BE49-F238E27FC236}">
                <a16:creationId xmlns:a16="http://schemas.microsoft.com/office/drawing/2014/main" id="{87ED888F-7149-E39D-5815-C7FAA5472BBC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65279" y="3639235"/>
            <a:ext cx="90278" cy="90278"/>
          </a:xfrm>
          <a:prstGeom prst="rect">
            <a:avLst/>
          </a:prstGeom>
        </p:spPr>
      </p:pic>
      <p:pic>
        <p:nvPicPr>
          <p:cNvPr id="103" name="object 70">
            <a:extLst>
              <a:ext uri="{FF2B5EF4-FFF2-40B4-BE49-F238E27FC236}">
                <a16:creationId xmlns:a16="http://schemas.microsoft.com/office/drawing/2014/main" id="{95DA8551-21A2-1BD9-9A94-80DAC04F5090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73872" y="3922140"/>
            <a:ext cx="90278" cy="90278"/>
          </a:xfrm>
          <a:prstGeom prst="rect">
            <a:avLst/>
          </a:prstGeom>
        </p:spPr>
      </p:pic>
      <p:sp>
        <p:nvSpPr>
          <p:cNvPr id="104" name="Textfeld 103">
            <a:extLst>
              <a:ext uri="{FF2B5EF4-FFF2-40B4-BE49-F238E27FC236}">
                <a16:creationId xmlns:a16="http://schemas.microsoft.com/office/drawing/2014/main" id="{083109EE-4A73-5B83-02FB-68E31F92F62C}"/>
              </a:ext>
            </a:extLst>
          </p:cNvPr>
          <p:cNvSpPr txBox="1"/>
          <p:nvPr/>
        </p:nvSpPr>
        <p:spPr>
          <a:xfrm>
            <a:off x="843964" y="535000"/>
            <a:ext cx="438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Energy Communities </a:t>
            </a:r>
            <a:r>
              <a:rPr lang="en-GB" b="1" dirty="0" err="1">
                <a:solidFill>
                  <a:srgbClr val="FF0000"/>
                </a:solidFill>
              </a:rPr>
              <a:t>mit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EasySmartGrid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6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3">
            <a:extLst>
              <a:ext uri="{FF2B5EF4-FFF2-40B4-BE49-F238E27FC236}">
                <a16:creationId xmlns:a16="http://schemas.microsoft.com/office/drawing/2014/main" id="{33615516-3CCF-3F22-ADB0-D7A59E0797C4}"/>
              </a:ext>
            </a:extLst>
          </p:cNvPr>
          <p:cNvSpPr txBox="1"/>
          <p:nvPr/>
        </p:nvSpPr>
        <p:spPr>
          <a:xfrm>
            <a:off x="8796797" y="2023454"/>
            <a:ext cx="784762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Grid</a:t>
            </a:r>
            <a:r>
              <a:rPr sz="1486" b="1" spc="-15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-42" dirty="0">
                <a:solidFill>
                  <a:srgbClr val="205379"/>
                </a:solidFill>
                <a:latin typeface="Raleway"/>
                <a:cs typeface="Raleway"/>
              </a:rPr>
              <a:t>cell</a:t>
            </a:r>
            <a:endParaRPr sz="1486" dirty="0">
              <a:latin typeface="Raleway"/>
              <a:cs typeface="Raleway"/>
            </a:endParaRPr>
          </a:p>
        </p:txBody>
      </p:sp>
      <p:grpSp>
        <p:nvGrpSpPr>
          <p:cNvPr id="3" name="object 24">
            <a:extLst>
              <a:ext uri="{FF2B5EF4-FFF2-40B4-BE49-F238E27FC236}">
                <a16:creationId xmlns:a16="http://schemas.microsoft.com/office/drawing/2014/main" id="{A5C6FC51-CB85-091F-9CA9-F416EEDD2EDE}"/>
              </a:ext>
            </a:extLst>
          </p:cNvPr>
          <p:cNvGrpSpPr/>
          <p:nvPr/>
        </p:nvGrpSpPr>
        <p:grpSpPr>
          <a:xfrm>
            <a:off x="8052884" y="2734569"/>
            <a:ext cx="625345" cy="477480"/>
            <a:chOff x="13279097" y="4509507"/>
            <a:chExt cx="1031240" cy="787400"/>
          </a:xfrm>
        </p:grpSpPr>
        <p:sp>
          <p:nvSpPr>
            <p:cNvPr id="4" name="object 25">
              <a:extLst>
                <a:ext uri="{FF2B5EF4-FFF2-40B4-BE49-F238E27FC236}">
                  <a16:creationId xmlns:a16="http://schemas.microsoft.com/office/drawing/2014/main" id="{3BA3E642-97A8-6E01-039E-609217E78E0C}"/>
                </a:ext>
              </a:extLst>
            </p:cNvPr>
            <p:cNvSpPr/>
            <p:nvPr/>
          </p:nvSpPr>
          <p:spPr>
            <a:xfrm>
              <a:off x="13293673" y="4587082"/>
              <a:ext cx="945515" cy="695325"/>
            </a:xfrm>
            <a:custGeom>
              <a:avLst/>
              <a:gdLst/>
              <a:ahLst/>
              <a:cxnLst/>
              <a:rect l="l" t="t" r="r" b="b"/>
              <a:pathLst>
                <a:path w="945515" h="695325">
                  <a:moveTo>
                    <a:pt x="0" y="695224"/>
                  </a:moveTo>
                  <a:lnTo>
                    <a:pt x="31983" y="657868"/>
                  </a:lnTo>
                  <a:lnTo>
                    <a:pt x="64691" y="621160"/>
                  </a:lnTo>
                  <a:lnTo>
                    <a:pt x="98111" y="585112"/>
                  </a:lnTo>
                  <a:lnTo>
                    <a:pt x="132234" y="549735"/>
                  </a:lnTo>
                  <a:lnTo>
                    <a:pt x="167047" y="515039"/>
                  </a:lnTo>
                  <a:lnTo>
                    <a:pt x="202540" y="481036"/>
                  </a:lnTo>
                  <a:lnTo>
                    <a:pt x="238701" y="447736"/>
                  </a:lnTo>
                  <a:lnTo>
                    <a:pt x="275520" y="415151"/>
                  </a:lnTo>
                  <a:lnTo>
                    <a:pt x="312986" y="383292"/>
                  </a:lnTo>
                  <a:lnTo>
                    <a:pt x="351087" y="352170"/>
                  </a:lnTo>
                  <a:lnTo>
                    <a:pt x="389813" y="321796"/>
                  </a:lnTo>
                  <a:lnTo>
                    <a:pt x="429153" y="292180"/>
                  </a:lnTo>
                  <a:lnTo>
                    <a:pt x="469094" y="263335"/>
                  </a:lnTo>
                  <a:lnTo>
                    <a:pt x="509628" y="235270"/>
                  </a:lnTo>
                  <a:lnTo>
                    <a:pt x="550741" y="207997"/>
                  </a:lnTo>
                  <a:lnTo>
                    <a:pt x="592424" y="181527"/>
                  </a:lnTo>
                  <a:lnTo>
                    <a:pt x="634666" y="155872"/>
                  </a:lnTo>
                  <a:lnTo>
                    <a:pt x="677454" y="131041"/>
                  </a:lnTo>
                  <a:lnTo>
                    <a:pt x="720779" y="107046"/>
                  </a:lnTo>
                  <a:lnTo>
                    <a:pt x="764629" y="83898"/>
                  </a:lnTo>
                  <a:lnTo>
                    <a:pt x="808993" y="61609"/>
                  </a:lnTo>
                  <a:lnTo>
                    <a:pt x="853860" y="40189"/>
                  </a:lnTo>
                  <a:lnTo>
                    <a:pt x="899219" y="19648"/>
                  </a:lnTo>
                  <a:lnTo>
                    <a:pt x="945060" y="0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26">
              <a:extLst>
                <a:ext uri="{FF2B5EF4-FFF2-40B4-BE49-F238E27FC236}">
                  <a16:creationId xmlns:a16="http://schemas.microsoft.com/office/drawing/2014/main" id="{68F3C233-BCB8-E3AA-3CDE-4C8F2B68DB7D}"/>
                </a:ext>
              </a:extLst>
            </p:cNvPr>
            <p:cNvSpPr/>
            <p:nvPr/>
          </p:nvSpPr>
          <p:spPr>
            <a:xfrm>
              <a:off x="14194835" y="4509507"/>
              <a:ext cx="115570" cy="164465"/>
            </a:xfrm>
            <a:custGeom>
              <a:avLst/>
              <a:gdLst/>
              <a:ahLst/>
              <a:cxnLst/>
              <a:rect l="l" t="t" r="r" b="b"/>
              <a:pathLst>
                <a:path w="115569" h="164464">
                  <a:moveTo>
                    <a:pt x="0" y="0"/>
                  </a:moveTo>
                  <a:lnTo>
                    <a:pt x="65903" y="164319"/>
                  </a:lnTo>
                  <a:lnTo>
                    <a:pt x="115085" y="49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6" name="object 27">
            <a:extLst>
              <a:ext uri="{FF2B5EF4-FFF2-40B4-BE49-F238E27FC236}">
                <a16:creationId xmlns:a16="http://schemas.microsoft.com/office/drawing/2014/main" id="{0B880869-7C82-668E-9A56-C37395109E5B}"/>
              </a:ext>
            </a:extLst>
          </p:cNvPr>
          <p:cNvGrpSpPr/>
          <p:nvPr/>
        </p:nvGrpSpPr>
        <p:grpSpPr>
          <a:xfrm>
            <a:off x="8767349" y="2361365"/>
            <a:ext cx="2205649" cy="3313866"/>
            <a:chOff x="14351345" y="3895775"/>
            <a:chExt cx="3637279" cy="5464810"/>
          </a:xfrm>
        </p:grpSpPr>
        <p:sp>
          <p:nvSpPr>
            <p:cNvPr id="7" name="object 28">
              <a:extLst>
                <a:ext uri="{FF2B5EF4-FFF2-40B4-BE49-F238E27FC236}">
                  <a16:creationId xmlns:a16="http://schemas.microsoft.com/office/drawing/2014/main" id="{A77D1FB4-BB9E-C51D-402C-19194510BD9D}"/>
                </a:ext>
              </a:extLst>
            </p:cNvPr>
            <p:cNvSpPr/>
            <p:nvPr/>
          </p:nvSpPr>
          <p:spPr>
            <a:xfrm>
              <a:off x="14423805" y="9224760"/>
              <a:ext cx="1431290" cy="121285"/>
            </a:xfrm>
            <a:custGeom>
              <a:avLst/>
              <a:gdLst/>
              <a:ahLst/>
              <a:cxnLst/>
              <a:rect l="l" t="t" r="r" b="b"/>
              <a:pathLst>
                <a:path w="1431290" h="121284">
                  <a:moveTo>
                    <a:pt x="1430856" y="30365"/>
                  </a:moveTo>
                  <a:lnTo>
                    <a:pt x="1381818" y="43475"/>
                  </a:lnTo>
                  <a:lnTo>
                    <a:pt x="1332385" y="55601"/>
                  </a:lnTo>
                  <a:lnTo>
                    <a:pt x="1282569" y="66730"/>
                  </a:lnTo>
                  <a:lnTo>
                    <a:pt x="1232380" y="76852"/>
                  </a:lnTo>
                  <a:lnTo>
                    <a:pt x="1181829" y="85956"/>
                  </a:lnTo>
                  <a:lnTo>
                    <a:pt x="1130929" y="94030"/>
                  </a:lnTo>
                  <a:lnTo>
                    <a:pt x="1079689" y="101063"/>
                  </a:lnTo>
                  <a:lnTo>
                    <a:pt x="1028122" y="107045"/>
                  </a:lnTo>
                  <a:lnTo>
                    <a:pt x="976237" y="111964"/>
                  </a:lnTo>
                  <a:lnTo>
                    <a:pt x="924048" y="115810"/>
                  </a:lnTo>
                  <a:lnTo>
                    <a:pt x="871563" y="118570"/>
                  </a:lnTo>
                  <a:lnTo>
                    <a:pt x="818796" y="120234"/>
                  </a:lnTo>
                  <a:lnTo>
                    <a:pt x="765756" y="120792"/>
                  </a:lnTo>
                  <a:lnTo>
                    <a:pt x="712436" y="120229"/>
                  </a:lnTo>
                  <a:lnTo>
                    <a:pt x="659391" y="118547"/>
                  </a:lnTo>
                  <a:lnTo>
                    <a:pt x="606633" y="115757"/>
                  </a:lnTo>
                  <a:lnTo>
                    <a:pt x="554172" y="111872"/>
                  </a:lnTo>
                  <a:lnTo>
                    <a:pt x="502021" y="106901"/>
                  </a:lnTo>
                  <a:lnTo>
                    <a:pt x="450190" y="100857"/>
                  </a:lnTo>
                  <a:lnTo>
                    <a:pt x="398691" y="93750"/>
                  </a:lnTo>
                  <a:lnTo>
                    <a:pt x="347535" y="85592"/>
                  </a:lnTo>
                  <a:lnTo>
                    <a:pt x="296733" y="76394"/>
                  </a:lnTo>
                  <a:lnTo>
                    <a:pt x="246297" y="66168"/>
                  </a:lnTo>
                  <a:lnTo>
                    <a:pt x="196238" y="54924"/>
                  </a:lnTo>
                  <a:lnTo>
                    <a:pt x="146568" y="42674"/>
                  </a:lnTo>
                  <a:lnTo>
                    <a:pt x="97297" y="29429"/>
                  </a:lnTo>
                  <a:lnTo>
                    <a:pt x="48437" y="15200"/>
                  </a:lnTo>
                  <a:lnTo>
                    <a:pt x="0" y="0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29">
              <a:extLst>
                <a:ext uri="{FF2B5EF4-FFF2-40B4-BE49-F238E27FC236}">
                  <a16:creationId xmlns:a16="http://schemas.microsoft.com/office/drawing/2014/main" id="{87A10DA6-59C9-50F4-B0BA-FF62A163D32F}"/>
                </a:ext>
              </a:extLst>
            </p:cNvPr>
            <p:cNvSpPr/>
            <p:nvPr/>
          </p:nvSpPr>
          <p:spPr>
            <a:xfrm>
              <a:off x="14351345" y="9144237"/>
              <a:ext cx="112395" cy="168275"/>
            </a:xfrm>
            <a:custGeom>
              <a:avLst/>
              <a:gdLst/>
              <a:ahLst/>
              <a:cxnLst/>
              <a:rect l="l" t="t" r="r" b="b"/>
              <a:pathLst>
                <a:path w="112394" h="168275">
                  <a:moveTo>
                    <a:pt x="112090" y="0"/>
                  </a:moveTo>
                  <a:lnTo>
                    <a:pt x="0" y="55705"/>
                  </a:lnTo>
                  <a:lnTo>
                    <a:pt x="55673" y="167806"/>
                  </a:lnTo>
                  <a:lnTo>
                    <a:pt x="112090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30">
              <a:extLst>
                <a:ext uri="{FF2B5EF4-FFF2-40B4-BE49-F238E27FC236}">
                  <a16:creationId xmlns:a16="http://schemas.microsoft.com/office/drawing/2014/main" id="{6A96D919-A5C1-CF36-D616-5B58F384BA16}"/>
                </a:ext>
              </a:extLst>
            </p:cNvPr>
            <p:cNvSpPr/>
            <p:nvPr/>
          </p:nvSpPr>
          <p:spPr>
            <a:xfrm>
              <a:off x="17380418" y="6982680"/>
              <a:ext cx="280670" cy="1039494"/>
            </a:xfrm>
            <a:custGeom>
              <a:avLst/>
              <a:gdLst/>
              <a:ahLst/>
              <a:cxnLst/>
              <a:rect l="l" t="t" r="r" b="b"/>
              <a:pathLst>
                <a:path w="280669" h="1039495">
                  <a:moveTo>
                    <a:pt x="280588" y="0"/>
                  </a:moveTo>
                  <a:lnTo>
                    <a:pt x="277823" y="50854"/>
                  </a:lnTo>
                  <a:lnTo>
                    <a:pt x="274040" y="101431"/>
                  </a:lnTo>
                  <a:lnTo>
                    <a:pt x="269247" y="151721"/>
                  </a:lnTo>
                  <a:lnTo>
                    <a:pt x="263456" y="201713"/>
                  </a:lnTo>
                  <a:lnTo>
                    <a:pt x="256677" y="251397"/>
                  </a:lnTo>
                  <a:lnTo>
                    <a:pt x="248919" y="300763"/>
                  </a:lnTo>
                  <a:lnTo>
                    <a:pt x="240193" y="349801"/>
                  </a:lnTo>
                  <a:lnTo>
                    <a:pt x="230508" y="398501"/>
                  </a:lnTo>
                  <a:lnTo>
                    <a:pt x="219876" y="446852"/>
                  </a:lnTo>
                  <a:lnTo>
                    <a:pt x="208306" y="494845"/>
                  </a:lnTo>
                  <a:lnTo>
                    <a:pt x="195808" y="542469"/>
                  </a:lnTo>
                  <a:lnTo>
                    <a:pt x="182392" y="589714"/>
                  </a:lnTo>
                  <a:lnTo>
                    <a:pt x="168069" y="636570"/>
                  </a:lnTo>
                  <a:lnTo>
                    <a:pt x="152849" y="683027"/>
                  </a:lnTo>
                  <a:lnTo>
                    <a:pt x="136741" y="729075"/>
                  </a:lnTo>
                  <a:lnTo>
                    <a:pt x="119757" y="774703"/>
                  </a:lnTo>
                  <a:lnTo>
                    <a:pt x="101905" y="819902"/>
                  </a:lnTo>
                  <a:lnTo>
                    <a:pt x="83197" y="864662"/>
                  </a:lnTo>
                  <a:lnTo>
                    <a:pt x="63642" y="908971"/>
                  </a:lnTo>
                  <a:lnTo>
                    <a:pt x="43251" y="952820"/>
                  </a:lnTo>
                  <a:lnTo>
                    <a:pt x="22033" y="996200"/>
                  </a:lnTo>
                  <a:lnTo>
                    <a:pt x="0" y="1039099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31">
              <a:extLst>
                <a:ext uri="{FF2B5EF4-FFF2-40B4-BE49-F238E27FC236}">
                  <a16:creationId xmlns:a16="http://schemas.microsoft.com/office/drawing/2014/main" id="{E24BD8A5-0EA1-B65D-40EE-C95497C68B02}"/>
                </a:ext>
              </a:extLst>
            </p:cNvPr>
            <p:cNvSpPr/>
            <p:nvPr/>
          </p:nvSpPr>
          <p:spPr>
            <a:xfrm>
              <a:off x="17306837" y="7969389"/>
              <a:ext cx="156845" cy="120014"/>
            </a:xfrm>
            <a:custGeom>
              <a:avLst/>
              <a:gdLst/>
              <a:ahLst/>
              <a:cxnLst/>
              <a:rect l="l" t="t" r="r" b="b"/>
              <a:pathLst>
                <a:path w="156844" h="120015">
                  <a:moveTo>
                    <a:pt x="0" y="0"/>
                  </a:moveTo>
                  <a:lnTo>
                    <a:pt x="36867" y="119619"/>
                  </a:lnTo>
                  <a:lnTo>
                    <a:pt x="156497" y="82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1" name="object 32">
              <a:extLst>
                <a:ext uri="{FF2B5EF4-FFF2-40B4-BE49-F238E27FC236}">
                  <a16:creationId xmlns:a16="http://schemas.microsoft.com/office/drawing/2014/main" id="{01C6A09A-7CC4-5EFD-1BB5-73527A0F375F}"/>
                </a:ext>
              </a:extLst>
            </p:cNvPr>
            <p:cNvSpPr/>
            <p:nvPr/>
          </p:nvSpPr>
          <p:spPr>
            <a:xfrm>
              <a:off x="16163954" y="4597053"/>
              <a:ext cx="1012825" cy="800735"/>
            </a:xfrm>
            <a:custGeom>
              <a:avLst/>
              <a:gdLst/>
              <a:ahLst/>
              <a:cxnLst/>
              <a:rect l="l" t="t" r="r" b="b"/>
              <a:pathLst>
                <a:path w="1012825" h="800735">
                  <a:moveTo>
                    <a:pt x="0" y="0"/>
                  </a:moveTo>
                  <a:lnTo>
                    <a:pt x="46426" y="20483"/>
                  </a:lnTo>
                  <a:lnTo>
                    <a:pt x="92349" y="41885"/>
                  </a:lnTo>
                  <a:lnTo>
                    <a:pt x="137754" y="64194"/>
                  </a:lnTo>
                  <a:lnTo>
                    <a:pt x="182631" y="87397"/>
                  </a:lnTo>
                  <a:lnTo>
                    <a:pt x="226968" y="111483"/>
                  </a:lnTo>
                  <a:lnTo>
                    <a:pt x="270754" y="136441"/>
                  </a:lnTo>
                  <a:lnTo>
                    <a:pt x="313976" y="162259"/>
                  </a:lnTo>
                  <a:lnTo>
                    <a:pt x="356624" y="188926"/>
                  </a:lnTo>
                  <a:lnTo>
                    <a:pt x="398684" y="216429"/>
                  </a:lnTo>
                  <a:lnTo>
                    <a:pt x="440147" y="244756"/>
                  </a:lnTo>
                  <a:lnTo>
                    <a:pt x="481000" y="273898"/>
                  </a:lnTo>
                  <a:lnTo>
                    <a:pt x="521231" y="303840"/>
                  </a:lnTo>
                  <a:lnTo>
                    <a:pt x="560829" y="334573"/>
                  </a:lnTo>
                  <a:lnTo>
                    <a:pt x="599783" y="366084"/>
                  </a:lnTo>
                  <a:lnTo>
                    <a:pt x="638079" y="398362"/>
                  </a:lnTo>
                  <a:lnTo>
                    <a:pt x="675708" y="431395"/>
                  </a:lnTo>
                  <a:lnTo>
                    <a:pt x="712657" y="465171"/>
                  </a:lnTo>
                  <a:lnTo>
                    <a:pt x="748914" y="499679"/>
                  </a:lnTo>
                  <a:lnTo>
                    <a:pt x="784468" y="534907"/>
                  </a:lnTo>
                  <a:lnTo>
                    <a:pt x="819307" y="570844"/>
                  </a:lnTo>
                  <a:lnTo>
                    <a:pt x="853420" y="607477"/>
                  </a:lnTo>
                  <a:lnTo>
                    <a:pt x="886795" y="644795"/>
                  </a:lnTo>
                  <a:lnTo>
                    <a:pt x="919420" y="682787"/>
                  </a:lnTo>
                  <a:lnTo>
                    <a:pt x="951284" y="721441"/>
                  </a:lnTo>
                  <a:lnTo>
                    <a:pt x="982375" y="760745"/>
                  </a:lnTo>
                  <a:lnTo>
                    <a:pt x="1012681" y="800687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33">
              <a:extLst>
                <a:ext uri="{FF2B5EF4-FFF2-40B4-BE49-F238E27FC236}">
                  <a16:creationId xmlns:a16="http://schemas.microsoft.com/office/drawing/2014/main" id="{58811DDE-2775-6480-1EAC-1BCBCF682238}"/>
                </a:ext>
              </a:extLst>
            </p:cNvPr>
            <p:cNvSpPr/>
            <p:nvPr/>
          </p:nvSpPr>
          <p:spPr>
            <a:xfrm>
              <a:off x="17097804" y="5336383"/>
              <a:ext cx="144145" cy="123825"/>
            </a:xfrm>
            <a:custGeom>
              <a:avLst/>
              <a:gdLst/>
              <a:ahLst/>
              <a:cxnLst/>
              <a:rect l="l" t="t" r="r" b="b"/>
              <a:pathLst>
                <a:path w="144144" h="123825">
                  <a:moveTo>
                    <a:pt x="143524" y="0"/>
                  </a:moveTo>
                  <a:lnTo>
                    <a:pt x="0" y="103651"/>
                  </a:lnTo>
                  <a:lnTo>
                    <a:pt x="123577" y="123566"/>
                  </a:lnTo>
                  <a:lnTo>
                    <a:pt x="143524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13" name="object 34">
              <a:extLst>
                <a:ext uri="{FF2B5EF4-FFF2-40B4-BE49-F238E27FC236}">
                  <a16:creationId xmlns:a16="http://schemas.microsoft.com/office/drawing/2014/main" id="{3F039B11-9E42-6475-D1A7-ABE48E7E5F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6321" y="3895775"/>
              <a:ext cx="3571784" cy="5459495"/>
            </a:xfrm>
            <a:prstGeom prst="rect">
              <a:avLst/>
            </a:prstGeom>
          </p:spPr>
        </p:pic>
      </p:grpSp>
      <p:sp>
        <p:nvSpPr>
          <p:cNvPr id="14" name="object 36">
            <a:extLst>
              <a:ext uri="{FF2B5EF4-FFF2-40B4-BE49-F238E27FC236}">
                <a16:creationId xmlns:a16="http://schemas.microsoft.com/office/drawing/2014/main" id="{9378186B-C9A2-63F7-2AC6-95A7875BB1C4}"/>
              </a:ext>
            </a:extLst>
          </p:cNvPr>
          <p:cNvSpPr/>
          <p:nvPr/>
        </p:nvSpPr>
        <p:spPr>
          <a:xfrm>
            <a:off x="7992023" y="5012789"/>
            <a:ext cx="654610" cy="654610"/>
          </a:xfrm>
          <a:custGeom>
            <a:avLst/>
            <a:gdLst/>
            <a:ahLst/>
            <a:cxnLst/>
            <a:rect l="l" t="t" r="r" b="b"/>
            <a:pathLst>
              <a:path w="1079500" h="1079500">
                <a:moveTo>
                  <a:pt x="1079098" y="539543"/>
                </a:moveTo>
                <a:lnTo>
                  <a:pt x="1076893" y="588653"/>
                </a:lnTo>
                <a:lnTo>
                  <a:pt x="1070405" y="636527"/>
                </a:lnTo>
                <a:lnTo>
                  <a:pt x="1059824" y="682975"/>
                </a:lnTo>
                <a:lnTo>
                  <a:pt x="1045342" y="727807"/>
                </a:lnTo>
                <a:lnTo>
                  <a:pt x="1027148" y="770832"/>
                </a:lnTo>
                <a:lnTo>
                  <a:pt x="1005433" y="811861"/>
                </a:lnTo>
                <a:lnTo>
                  <a:pt x="980388" y="850701"/>
                </a:lnTo>
                <a:lnTo>
                  <a:pt x="952202" y="887164"/>
                </a:lnTo>
                <a:lnTo>
                  <a:pt x="921067" y="921058"/>
                </a:lnTo>
                <a:lnTo>
                  <a:pt x="887173" y="952193"/>
                </a:lnTo>
                <a:lnTo>
                  <a:pt x="850709" y="980378"/>
                </a:lnTo>
                <a:lnTo>
                  <a:pt x="811868" y="1005423"/>
                </a:lnTo>
                <a:lnTo>
                  <a:pt x="770839" y="1027138"/>
                </a:lnTo>
                <a:lnTo>
                  <a:pt x="727813" y="1045332"/>
                </a:lnTo>
                <a:lnTo>
                  <a:pt x="682979" y="1059814"/>
                </a:lnTo>
                <a:lnTo>
                  <a:pt x="636530" y="1070394"/>
                </a:lnTo>
                <a:lnTo>
                  <a:pt x="588654" y="1076882"/>
                </a:lnTo>
                <a:lnTo>
                  <a:pt x="539543" y="1079087"/>
                </a:lnTo>
                <a:lnTo>
                  <a:pt x="490434" y="1076882"/>
                </a:lnTo>
                <a:lnTo>
                  <a:pt x="442560" y="1070394"/>
                </a:lnTo>
                <a:lnTo>
                  <a:pt x="396112" y="1059814"/>
                </a:lnTo>
                <a:lnTo>
                  <a:pt x="351280" y="1045332"/>
                </a:lnTo>
                <a:lnTo>
                  <a:pt x="308254" y="1027138"/>
                </a:lnTo>
                <a:lnTo>
                  <a:pt x="267226" y="1005423"/>
                </a:lnTo>
                <a:lnTo>
                  <a:pt x="228385" y="980378"/>
                </a:lnTo>
                <a:lnTo>
                  <a:pt x="191923" y="952193"/>
                </a:lnTo>
                <a:lnTo>
                  <a:pt x="158029" y="921058"/>
                </a:lnTo>
                <a:lnTo>
                  <a:pt x="126894" y="887164"/>
                </a:lnTo>
                <a:lnTo>
                  <a:pt x="98709" y="850701"/>
                </a:lnTo>
                <a:lnTo>
                  <a:pt x="73663" y="811861"/>
                </a:lnTo>
                <a:lnTo>
                  <a:pt x="51949" y="770832"/>
                </a:lnTo>
                <a:lnTo>
                  <a:pt x="33755" y="727807"/>
                </a:lnTo>
                <a:lnTo>
                  <a:pt x="19273" y="682975"/>
                </a:lnTo>
                <a:lnTo>
                  <a:pt x="8692" y="636527"/>
                </a:lnTo>
                <a:lnTo>
                  <a:pt x="2204" y="588653"/>
                </a:lnTo>
                <a:lnTo>
                  <a:pt x="0" y="539543"/>
                </a:lnTo>
                <a:lnTo>
                  <a:pt x="2204" y="490434"/>
                </a:lnTo>
                <a:lnTo>
                  <a:pt x="8692" y="442560"/>
                </a:lnTo>
                <a:lnTo>
                  <a:pt x="19273" y="396112"/>
                </a:lnTo>
                <a:lnTo>
                  <a:pt x="33755" y="351280"/>
                </a:lnTo>
                <a:lnTo>
                  <a:pt x="51949" y="308254"/>
                </a:lnTo>
                <a:lnTo>
                  <a:pt x="73663" y="267226"/>
                </a:lnTo>
                <a:lnTo>
                  <a:pt x="98709" y="228385"/>
                </a:lnTo>
                <a:lnTo>
                  <a:pt x="126894" y="191923"/>
                </a:lnTo>
                <a:lnTo>
                  <a:pt x="158029" y="158029"/>
                </a:lnTo>
                <a:lnTo>
                  <a:pt x="191923" y="126894"/>
                </a:lnTo>
                <a:lnTo>
                  <a:pt x="228385" y="98709"/>
                </a:lnTo>
                <a:lnTo>
                  <a:pt x="267226" y="73663"/>
                </a:lnTo>
                <a:lnTo>
                  <a:pt x="308254" y="51949"/>
                </a:lnTo>
                <a:lnTo>
                  <a:pt x="351280" y="33755"/>
                </a:lnTo>
                <a:lnTo>
                  <a:pt x="396112" y="19273"/>
                </a:lnTo>
                <a:lnTo>
                  <a:pt x="442560" y="8692"/>
                </a:lnTo>
                <a:lnTo>
                  <a:pt x="490434" y="2204"/>
                </a:lnTo>
                <a:lnTo>
                  <a:pt x="539543" y="0"/>
                </a:lnTo>
                <a:lnTo>
                  <a:pt x="588654" y="2204"/>
                </a:lnTo>
                <a:lnTo>
                  <a:pt x="636530" y="8692"/>
                </a:lnTo>
                <a:lnTo>
                  <a:pt x="682979" y="19273"/>
                </a:lnTo>
                <a:lnTo>
                  <a:pt x="727813" y="33755"/>
                </a:lnTo>
                <a:lnTo>
                  <a:pt x="770839" y="51949"/>
                </a:lnTo>
                <a:lnTo>
                  <a:pt x="811868" y="73663"/>
                </a:lnTo>
                <a:lnTo>
                  <a:pt x="850709" y="98709"/>
                </a:lnTo>
                <a:lnTo>
                  <a:pt x="887173" y="126894"/>
                </a:lnTo>
                <a:lnTo>
                  <a:pt x="921067" y="158029"/>
                </a:lnTo>
                <a:lnTo>
                  <a:pt x="952202" y="191923"/>
                </a:lnTo>
                <a:lnTo>
                  <a:pt x="980388" y="228385"/>
                </a:lnTo>
                <a:lnTo>
                  <a:pt x="1005433" y="267226"/>
                </a:lnTo>
                <a:lnTo>
                  <a:pt x="1027148" y="308254"/>
                </a:lnTo>
                <a:lnTo>
                  <a:pt x="1045342" y="351280"/>
                </a:lnTo>
                <a:lnTo>
                  <a:pt x="1059824" y="396112"/>
                </a:lnTo>
                <a:lnTo>
                  <a:pt x="1070405" y="442560"/>
                </a:lnTo>
                <a:lnTo>
                  <a:pt x="1076893" y="490434"/>
                </a:lnTo>
                <a:lnTo>
                  <a:pt x="1079098" y="539543"/>
                </a:lnTo>
                <a:close/>
              </a:path>
            </a:pathLst>
          </a:custGeom>
          <a:ln w="19433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37">
            <a:extLst>
              <a:ext uri="{FF2B5EF4-FFF2-40B4-BE49-F238E27FC236}">
                <a16:creationId xmlns:a16="http://schemas.microsoft.com/office/drawing/2014/main" id="{FC5C003F-ECB9-48E4-5DC2-E7122666904E}"/>
              </a:ext>
            </a:extLst>
          </p:cNvPr>
          <p:cNvSpPr/>
          <p:nvPr/>
        </p:nvSpPr>
        <p:spPr>
          <a:xfrm>
            <a:off x="7720082" y="4280694"/>
            <a:ext cx="256838" cy="732393"/>
          </a:xfrm>
          <a:custGeom>
            <a:avLst/>
            <a:gdLst/>
            <a:ahLst/>
            <a:cxnLst/>
            <a:rect l="l" t="t" r="r" b="b"/>
            <a:pathLst>
              <a:path w="423544" h="1207770">
                <a:moveTo>
                  <a:pt x="423400" y="1207282"/>
                </a:moveTo>
                <a:lnTo>
                  <a:pt x="396274" y="1166767"/>
                </a:lnTo>
                <a:lnTo>
                  <a:pt x="369929" y="1125693"/>
                </a:lnTo>
                <a:lnTo>
                  <a:pt x="344378" y="1084071"/>
                </a:lnTo>
                <a:lnTo>
                  <a:pt x="319630" y="1041911"/>
                </a:lnTo>
                <a:lnTo>
                  <a:pt x="295695" y="999225"/>
                </a:lnTo>
                <a:lnTo>
                  <a:pt x="272586" y="956022"/>
                </a:lnTo>
                <a:lnTo>
                  <a:pt x="250311" y="912314"/>
                </a:lnTo>
                <a:lnTo>
                  <a:pt x="228883" y="868111"/>
                </a:lnTo>
                <a:lnTo>
                  <a:pt x="208312" y="823424"/>
                </a:lnTo>
                <a:lnTo>
                  <a:pt x="188608" y="778264"/>
                </a:lnTo>
                <a:lnTo>
                  <a:pt x="169781" y="732641"/>
                </a:lnTo>
                <a:lnTo>
                  <a:pt x="151844" y="686565"/>
                </a:lnTo>
                <a:lnTo>
                  <a:pt x="134806" y="640048"/>
                </a:lnTo>
                <a:lnTo>
                  <a:pt x="118677" y="593100"/>
                </a:lnTo>
                <a:lnTo>
                  <a:pt x="103470" y="545732"/>
                </a:lnTo>
                <a:lnTo>
                  <a:pt x="89194" y="497955"/>
                </a:lnTo>
                <a:lnTo>
                  <a:pt x="75859" y="449778"/>
                </a:lnTo>
                <a:lnTo>
                  <a:pt x="63478" y="401214"/>
                </a:lnTo>
                <a:lnTo>
                  <a:pt x="52059" y="352271"/>
                </a:lnTo>
                <a:lnTo>
                  <a:pt x="41615" y="302962"/>
                </a:lnTo>
                <a:lnTo>
                  <a:pt x="32155" y="253297"/>
                </a:lnTo>
                <a:lnTo>
                  <a:pt x="23691" y="203286"/>
                </a:lnTo>
                <a:lnTo>
                  <a:pt x="16233" y="152940"/>
                </a:lnTo>
                <a:lnTo>
                  <a:pt x="9791" y="102270"/>
                </a:lnTo>
                <a:lnTo>
                  <a:pt x="4376" y="51286"/>
                </a:lnTo>
                <a:lnTo>
                  <a:pt x="0" y="0"/>
                </a:lnTo>
              </a:path>
            </a:pathLst>
          </a:custGeom>
          <a:ln w="29150">
            <a:solidFill>
              <a:srgbClr val="6FA2D7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38">
            <a:extLst>
              <a:ext uri="{FF2B5EF4-FFF2-40B4-BE49-F238E27FC236}">
                <a16:creationId xmlns:a16="http://schemas.microsoft.com/office/drawing/2014/main" id="{F4D00B60-339C-9DBD-AA32-A5196DA2EBDE}"/>
              </a:ext>
            </a:extLst>
          </p:cNvPr>
          <p:cNvSpPr/>
          <p:nvPr/>
        </p:nvSpPr>
        <p:spPr>
          <a:xfrm>
            <a:off x="7667064" y="4234305"/>
            <a:ext cx="107433" cy="56990"/>
          </a:xfrm>
          <a:custGeom>
            <a:avLst/>
            <a:gdLst/>
            <a:ahLst/>
            <a:cxnLst/>
            <a:rect l="l" t="t" r="r" b="b"/>
            <a:pathLst>
              <a:path w="177165" h="93979">
                <a:moveTo>
                  <a:pt x="82877" y="0"/>
                </a:moveTo>
                <a:lnTo>
                  <a:pt x="0" y="93798"/>
                </a:lnTo>
                <a:lnTo>
                  <a:pt x="176696" y="82845"/>
                </a:lnTo>
                <a:lnTo>
                  <a:pt x="82877" y="0"/>
                </a:lnTo>
                <a:close/>
              </a:path>
            </a:pathLst>
          </a:custGeom>
          <a:solidFill>
            <a:srgbClr val="6FA2D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39">
            <a:extLst>
              <a:ext uri="{FF2B5EF4-FFF2-40B4-BE49-F238E27FC236}">
                <a16:creationId xmlns:a16="http://schemas.microsoft.com/office/drawing/2014/main" id="{6648D9DC-F5F6-4EBD-E6D7-5FFEC682F5E6}"/>
              </a:ext>
            </a:extLst>
          </p:cNvPr>
          <p:cNvSpPr/>
          <p:nvPr/>
        </p:nvSpPr>
        <p:spPr>
          <a:xfrm>
            <a:off x="8128396" y="5149157"/>
            <a:ext cx="381599" cy="381599"/>
          </a:xfrm>
          <a:custGeom>
            <a:avLst/>
            <a:gdLst/>
            <a:ahLst/>
            <a:cxnLst/>
            <a:rect l="l" t="t" r="r" b="b"/>
            <a:pathLst>
              <a:path w="629284" h="629284">
                <a:moveTo>
                  <a:pt x="314660" y="629258"/>
                </a:moveTo>
                <a:lnTo>
                  <a:pt x="268161" y="625848"/>
                </a:lnTo>
                <a:lnTo>
                  <a:pt x="223781" y="615942"/>
                </a:lnTo>
                <a:lnTo>
                  <a:pt x="182006" y="600026"/>
                </a:lnTo>
                <a:lnTo>
                  <a:pt x="143323" y="578586"/>
                </a:lnTo>
                <a:lnTo>
                  <a:pt x="108218" y="552109"/>
                </a:lnTo>
                <a:lnTo>
                  <a:pt x="77179" y="521079"/>
                </a:lnTo>
                <a:lnTo>
                  <a:pt x="50692" y="485983"/>
                </a:lnTo>
                <a:lnTo>
                  <a:pt x="29244" y="447307"/>
                </a:lnTo>
                <a:lnTo>
                  <a:pt x="13322" y="405538"/>
                </a:lnTo>
                <a:lnTo>
                  <a:pt x="3411" y="361160"/>
                </a:lnTo>
                <a:lnTo>
                  <a:pt x="0" y="314660"/>
                </a:lnTo>
                <a:lnTo>
                  <a:pt x="3411" y="268161"/>
                </a:lnTo>
                <a:lnTo>
                  <a:pt x="13322" y="223781"/>
                </a:lnTo>
                <a:lnTo>
                  <a:pt x="29244" y="182006"/>
                </a:lnTo>
                <a:lnTo>
                  <a:pt x="50692" y="143323"/>
                </a:lnTo>
                <a:lnTo>
                  <a:pt x="77179" y="108218"/>
                </a:lnTo>
                <a:lnTo>
                  <a:pt x="108218" y="77179"/>
                </a:lnTo>
                <a:lnTo>
                  <a:pt x="143323" y="50692"/>
                </a:lnTo>
                <a:lnTo>
                  <a:pt x="182006" y="29244"/>
                </a:lnTo>
                <a:lnTo>
                  <a:pt x="223781" y="13322"/>
                </a:lnTo>
                <a:lnTo>
                  <a:pt x="268161" y="3411"/>
                </a:lnTo>
                <a:lnTo>
                  <a:pt x="314660" y="0"/>
                </a:lnTo>
                <a:lnTo>
                  <a:pt x="361141" y="3411"/>
                </a:lnTo>
                <a:lnTo>
                  <a:pt x="405506" y="13322"/>
                </a:lnTo>
                <a:lnTo>
                  <a:pt x="447269" y="29244"/>
                </a:lnTo>
                <a:lnTo>
                  <a:pt x="485943" y="50692"/>
                </a:lnTo>
                <a:lnTo>
                  <a:pt x="521040" y="77179"/>
                </a:lnTo>
                <a:lnTo>
                  <a:pt x="552074" y="108218"/>
                </a:lnTo>
                <a:lnTo>
                  <a:pt x="578558" y="143323"/>
                </a:lnTo>
                <a:lnTo>
                  <a:pt x="600004" y="182006"/>
                </a:lnTo>
                <a:lnTo>
                  <a:pt x="615926" y="223781"/>
                </a:lnTo>
                <a:lnTo>
                  <a:pt x="625836" y="268161"/>
                </a:lnTo>
                <a:lnTo>
                  <a:pt x="629247" y="314660"/>
                </a:lnTo>
                <a:lnTo>
                  <a:pt x="625836" y="361160"/>
                </a:lnTo>
                <a:lnTo>
                  <a:pt x="615926" y="405538"/>
                </a:lnTo>
                <a:lnTo>
                  <a:pt x="600004" y="447307"/>
                </a:lnTo>
                <a:lnTo>
                  <a:pt x="578558" y="485983"/>
                </a:lnTo>
                <a:lnTo>
                  <a:pt x="552074" y="521079"/>
                </a:lnTo>
                <a:lnTo>
                  <a:pt x="521040" y="552109"/>
                </a:lnTo>
                <a:lnTo>
                  <a:pt x="485943" y="578586"/>
                </a:lnTo>
                <a:lnTo>
                  <a:pt x="447269" y="600026"/>
                </a:lnTo>
                <a:lnTo>
                  <a:pt x="405506" y="615942"/>
                </a:lnTo>
                <a:lnTo>
                  <a:pt x="361141" y="625848"/>
                </a:lnTo>
                <a:lnTo>
                  <a:pt x="314660" y="629258"/>
                </a:lnTo>
                <a:close/>
              </a:path>
            </a:pathLst>
          </a:custGeom>
          <a:ln w="29150">
            <a:solidFill>
              <a:srgbClr val="205379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40">
            <a:extLst>
              <a:ext uri="{FF2B5EF4-FFF2-40B4-BE49-F238E27FC236}">
                <a16:creationId xmlns:a16="http://schemas.microsoft.com/office/drawing/2014/main" id="{75F36127-5E64-87D6-B13D-75B01962B977}"/>
              </a:ext>
            </a:extLst>
          </p:cNvPr>
          <p:cNvSpPr/>
          <p:nvPr/>
        </p:nvSpPr>
        <p:spPr>
          <a:xfrm>
            <a:off x="8304176" y="5220541"/>
            <a:ext cx="30420" cy="239125"/>
          </a:xfrm>
          <a:custGeom>
            <a:avLst/>
            <a:gdLst/>
            <a:ahLst/>
            <a:cxnLst/>
            <a:rect l="l" t="t" r="r" b="b"/>
            <a:pathLst>
              <a:path w="50165" h="394334">
                <a:moveTo>
                  <a:pt x="24784" y="0"/>
                </a:moveTo>
                <a:lnTo>
                  <a:pt x="15138" y="1948"/>
                </a:lnTo>
                <a:lnTo>
                  <a:pt x="7260" y="7261"/>
                </a:lnTo>
                <a:lnTo>
                  <a:pt x="1948" y="15142"/>
                </a:lnTo>
                <a:lnTo>
                  <a:pt x="0" y="24795"/>
                </a:lnTo>
                <a:lnTo>
                  <a:pt x="0" y="369109"/>
                </a:lnTo>
                <a:lnTo>
                  <a:pt x="1948" y="378755"/>
                </a:lnTo>
                <a:lnTo>
                  <a:pt x="7260" y="386633"/>
                </a:lnTo>
                <a:lnTo>
                  <a:pt x="15138" y="391945"/>
                </a:lnTo>
                <a:lnTo>
                  <a:pt x="24784" y="393893"/>
                </a:lnTo>
                <a:lnTo>
                  <a:pt x="34436" y="391945"/>
                </a:lnTo>
                <a:lnTo>
                  <a:pt x="42318" y="386633"/>
                </a:lnTo>
                <a:lnTo>
                  <a:pt x="47631" y="378755"/>
                </a:lnTo>
                <a:lnTo>
                  <a:pt x="49579" y="369109"/>
                </a:lnTo>
                <a:lnTo>
                  <a:pt x="49579" y="24795"/>
                </a:lnTo>
                <a:lnTo>
                  <a:pt x="47631" y="15142"/>
                </a:lnTo>
                <a:lnTo>
                  <a:pt x="42318" y="7261"/>
                </a:lnTo>
                <a:lnTo>
                  <a:pt x="34436" y="1948"/>
                </a:lnTo>
                <a:lnTo>
                  <a:pt x="24784" y="0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41">
            <a:extLst>
              <a:ext uri="{FF2B5EF4-FFF2-40B4-BE49-F238E27FC236}">
                <a16:creationId xmlns:a16="http://schemas.microsoft.com/office/drawing/2014/main" id="{45EE1E16-B2DF-4A39-61D5-215C151CDC73}"/>
              </a:ext>
            </a:extLst>
          </p:cNvPr>
          <p:cNvSpPr txBox="1"/>
          <p:nvPr/>
        </p:nvSpPr>
        <p:spPr>
          <a:xfrm>
            <a:off x="6319726" y="3339700"/>
            <a:ext cx="959196" cy="68808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49136" marR="3081" indent="-241820" algn="just">
              <a:lnSpc>
                <a:spcPct val="100800"/>
              </a:lnSpc>
              <a:spcBef>
                <a:spcPts val="58"/>
              </a:spcBef>
            </a:pPr>
            <a:r>
              <a:rPr sz="1486" b="1" spc="-21" dirty="0">
                <a:solidFill>
                  <a:srgbClr val="205379"/>
                </a:solidFill>
                <a:latin typeface="Raleway"/>
                <a:cs typeface="Raleway"/>
              </a:rPr>
              <a:t>I</a:t>
            </a:r>
            <a:r>
              <a:rPr sz="1486" b="1" spc="-52" dirty="0">
                <a:solidFill>
                  <a:srgbClr val="205379"/>
                </a:solidFill>
                <a:latin typeface="Raleway"/>
                <a:cs typeface="Raleway"/>
              </a:rPr>
              <a:t>n</a:t>
            </a:r>
            <a:r>
              <a:rPr sz="1486" b="1" spc="-79" dirty="0">
                <a:solidFill>
                  <a:srgbClr val="205379"/>
                </a:solidFill>
                <a:latin typeface="Raleway"/>
                <a:cs typeface="Raleway"/>
              </a:rPr>
              <a:t>t</a:t>
            </a:r>
            <a:r>
              <a:rPr sz="1486" b="1" spc="-30" dirty="0">
                <a:solidFill>
                  <a:srgbClr val="205379"/>
                </a:solidFill>
                <a:latin typeface="Raleway"/>
                <a:cs typeface="Raleway"/>
              </a:rPr>
              <a:t>ellige</a:t>
            </a:r>
            <a:r>
              <a:rPr sz="1486" b="1" spc="-49" dirty="0">
                <a:solidFill>
                  <a:srgbClr val="205379"/>
                </a:solidFill>
                <a:latin typeface="Raleway"/>
                <a:cs typeface="Raleway"/>
              </a:rPr>
              <a:t>n</a:t>
            </a:r>
            <a:r>
              <a:rPr sz="1486" b="1" spc="-39" dirty="0">
                <a:solidFill>
                  <a:srgbClr val="205379"/>
                </a:solidFill>
                <a:latin typeface="Raleway"/>
                <a:cs typeface="Raleway"/>
              </a:rPr>
              <a:t>t  </a:t>
            </a:r>
            <a:r>
              <a:rPr sz="1486" b="1" spc="-42" dirty="0">
                <a:solidFill>
                  <a:srgbClr val="205379"/>
                </a:solidFill>
                <a:latin typeface="Raleway"/>
                <a:cs typeface="Raleway"/>
              </a:rPr>
              <a:t>ﬂexible </a:t>
            </a:r>
            <a:r>
              <a:rPr sz="1486" b="1" spc="-327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-24" dirty="0">
                <a:solidFill>
                  <a:srgbClr val="205379"/>
                </a:solidFill>
                <a:latin typeface="Raleway"/>
                <a:cs typeface="Raleway"/>
              </a:rPr>
              <a:t>d</a:t>
            </a:r>
            <a:r>
              <a:rPr sz="1486" b="1" spc="-42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vi</a:t>
            </a:r>
            <a:r>
              <a:rPr sz="1486" b="1" spc="-33" dirty="0">
                <a:solidFill>
                  <a:srgbClr val="205379"/>
                </a:solidFill>
                <a:latin typeface="Raleway"/>
                <a:cs typeface="Raleway"/>
              </a:rPr>
              <a:t>c</a:t>
            </a:r>
            <a:r>
              <a:rPr sz="1486" b="1" spc="-24" dirty="0">
                <a:solidFill>
                  <a:srgbClr val="205379"/>
                </a:solidFill>
                <a:latin typeface="Raleway"/>
                <a:cs typeface="Raleway"/>
              </a:rPr>
              <a:t>es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29" name="object 42">
            <a:extLst>
              <a:ext uri="{FF2B5EF4-FFF2-40B4-BE49-F238E27FC236}">
                <a16:creationId xmlns:a16="http://schemas.microsoft.com/office/drawing/2014/main" id="{B282E106-FC3F-83E7-84C2-E313855C7198}"/>
              </a:ext>
            </a:extLst>
          </p:cNvPr>
          <p:cNvSpPr txBox="1"/>
          <p:nvPr/>
        </p:nvSpPr>
        <p:spPr>
          <a:xfrm>
            <a:off x="6917924" y="4425585"/>
            <a:ext cx="692346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9" dirty="0">
                <a:solidFill>
                  <a:srgbClr val="6FA2D7"/>
                </a:solidFill>
                <a:latin typeface="Raleway"/>
                <a:cs typeface="Raleway"/>
              </a:rPr>
              <a:t>Co</a:t>
            </a:r>
            <a:r>
              <a:rPr sz="1486" b="1" dirty="0">
                <a:solidFill>
                  <a:srgbClr val="6FA2D7"/>
                </a:solidFill>
                <a:latin typeface="Raleway"/>
                <a:cs typeface="Raleway"/>
              </a:rPr>
              <a:t>n</a:t>
            </a:r>
            <a:r>
              <a:rPr sz="1486" b="1" spc="-49" dirty="0">
                <a:solidFill>
                  <a:srgbClr val="6FA2D7"/>
                </a:solidFill>
                <a:latin typeface="Raleway"/>
                <a:cs typeface="Raleway"/>
              </a:rPr>
              <a:t>t</a:t>
            </a:r>
            <a:r>
              <a:rPr sz="1486" b="1" spc="-88" dirty="0">
                <a:solidFill>
                  <a:srgbClr val="6FA2D7"/>
                </a:solidFill>
                <a:latin typeface="Raleway"/>
                <a:cs typeface="Raleway"/>
              </a:rPr>
              <a:t>r</a:t>
            </a:r>
            <a:r>
              <a:rPr sz="1486" b="1" spc="-36" dirty="0">
                <a:solidFill>
                  <a:srgbClr val="6FA2D7"/>
                </a:solidFill>
                <a:latin typeface="Raleway"/>
                <a:cs typeface="Raleway"/>
              </a:rPr>
              <a:t>ol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30" name="object 43">
            <a:extLst>
              <a:ext uri="{FF2B5EF4-FFF2-40B4-BE49-F238E27FC236}">
                <a16:creationId xmlns:a16="http://schemas.microsoft.com/office/drawing/2014/main" id="{17ECDA27-4974-8209-D8A8-B27130E7DB0B}"/>
              </a:ext>
            </a:extLst>
          </p:cNvPr>
          <p:cNvSpPr txBox="1"/>
          <p:nvPr/>
        </p:nvSpPr>
        <p:spPr>
          <a:xfrm>
            <a:off x="8052122" y="4349503"/>
            <a:ext cx="597620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-9" dirty="0">
                <a:solidFill>
                  <a:srgbClr val="6FA2D7"/>
                </a:solidFill>
                <a:latin typeface="Raleway"/>
                <a:cs typeface="Raleway"/>
              </a:rPr>
              <a:t>S</a:t>
            </a:r>
            <a:r>
              <a:rPr sz="1486" b="1" spc="-39" dirty="0">
                <a:solidFill>
                  <a:srgbClr val="6FA2D7"/>
                </a:solidFill>
                <a:latin typeface="Raleway"/>
                <a:cs typeface="Raleway"/>
              </a:rPr>
              <a:t>t</a:t>
            </a:r>
            <a:r>
              <a:rPr sz="1486" b="1" spc="-61" dirty="0">
                <a:solidFill>
                  <a:srgbClr val="6FA2D7"/>
                </a:solidFill>
                <a:latin typeface="Raleway"/>
                <a:cs typeface="Raleway"/>
              </a:rPr>
              <a:t>a</a:t>
            </a:r>
            <a:r>
              <a:rPr sz="1486" b="1" spc="-45" dirty="0">
                <a:solidFill>
                  <a:srgbClr val="6FA2D7"/>
                </a:solidFill>
                <a:latin typeface="Raleway"/>
                <a:cs typeface="Raleway"/>
              </a:rPr>
              <a:t>tus</a:t>
            </a:r>
            <a:endParaRPr sz="1486" dirty="0">
              <a:latin typeface="Raleway"/>
              <a:cs typeface="Raleway"/>
            </a:endParaRPr>
          </a:p>
        </p:txBody>
      </p:sp>
      <p:sp>
        <p:nvSpPr>
          <p:cNvPr id="31" name="object 44">
            <a:extLst>
              <a:ext uri="{FF2B5EF4-FFF2-40B4-BE49-F238E27FC236}">
                <a16:creationId xmlns:a16="http://schemas.microsoft.com/office/drawing/2014/main" id="{F2F9A8E9-3883-FC38-F235-E64BF3B55DD1}"/>
              </a:ext>
            </a:extLst>
          </p:cNvPr>
          <p:cNvSpPr txBox="1"/>
          <p:nvPr/>
        </p:nvSpPr>
        <p:spPr>
          <a:xfrm>
            <a:off x="9288080" y="4349504"/>
            <a:ext cx="432428" cy="45712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800"/>
              </a:lnSpc>
              <a:spcBef>
                <a:spcPts val="58"/>
              </a:spcBef>
            </a:pPr>
            <a:r>
              <a:rPr sz="1486" b="1" spc="-18" dirty="0">
                <a:solidFill>
                  <a:srgbClr val="6FA2D7"/>
                </a:solidFill>
                <a:latin typeface="Raleway"/>
                <a:cs typeface="Raleway"/>
              </a:rPr>
              <a:t>Grid </a:t>
            </a:r>
            <a:r>
              <a:rPr sz="1486" b="1" spc="-327" dirty="0">
                <a:solidFill>
                  <a:srgbClr val="6FA2D7"/>
                </a:solidFill>
                <a:latin typeface="Raleway"/>
                <a:cs typeface="Raleway"/>
              </a:rPr>
              <a:t> </a:t>
            </a:r>
            <a:r>
              <a:rPr sz="1486" b="1" spc="-36" dirty="0">
                <a:solidFill>
                  <a:srgbClr val="6FA2D7"/>
                </a:solidFill>
                <a:latin typeface="Raleway"/>
                <a:cs typeface="Raleway"/>
              </a:rPr>
              <a:t>Rule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32" name="object 45">
            <a:extLst>
              <a:ext uri="{FF2B5EF4-FFF2-40B4-BE49-F238E27FC236}">
                <a16:creationId xmlns:a16="http://schemas.microsoft.com/office/drawing/2014/main" id="{8D82D2F1-B9B7-613A-3F0C-0B84B0453D68}"/>
              </a:ext>
            </a:extLst>
          </p:cNvPr>
          <p:cNvSpPr txBox="1"/>
          <p:nvPr/>
        </p:nvSpPr>
        <p:spPr>
          <a:xfrm>
            <a:off x="10902548" y="4288638"/>
            <a:ext cx="597620" cy="45712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800"/>
              </a:lnSpc>
              <a:spcBef>
                <a:spcPts val="58"/>
              </a:spcBef>
            </a:pPr>
            <a:r>
              <a:rPr sz="1486" b="1" spc="-18" dirty="0">
                <a:solidFill>
                  <a:srgbClr val="6FA2D7"/>
                </a:solidFill>
                <a:latin typeface="Raleway"/>
                <a:cs typeface="Raleway"/>
              </a:rPr>
              <a:t>Grid </a:t>
            </a:r>
            <a:r>
              <a:rPr sz="1486" b="1" spc="-15" dirty="0">
                <a:solidFill>
                  <a:srgbClr val="6FA2D7"/>
                </a:solidFill>
                <a:latin typeface="Raleway"/>
                <a:cs typeface="Raleway"/>
              </a:rPr>
              <a:t> </a:t>
            </a:r>
            <a:r>
              <a:rPr sz="1486" b="1" spc="-9" dirty="0">
                <a:solidFill>
                  <a:srgbClr val="6FA2D7"/>
                </a:solidFill>
                <a:latin typeface="Raleway"/>
                <a:cs typeface="Raleway"/>
              </a:rPr>
              <a:t>S</a:t>
            </a:r>
            <a:r>
              <a:rPr sz="1486" b="1" spc="-39" dirty="0">
                <a:solidFill>
                  <a:srgbClr val="6FA2D7"/>
                </a:solidFill>
                <a:latin typeface="Raleway"/>
                <a:cs typeface="Raleway"/>
              </a:rPr>
              <a:t>t</a:t>
            </a:r>
            <a:r>
              <a:rPr sz="1486" b="1" spc="-61" dirty="0">
                <a:solidFill>
                  <a:srgbClr val="6FA2D7"/>
                </a:solidFill>
                <a:latin typeface="Raleway"/>
                <a:cs typeface="Raleway"/>
              </a:rPr>
              <a:t>a</a:t>
            </a:r>
            <a:r>
              <a:rPr sz="1486" b="1" spc="-45" dirty="0">
                <a:solidFill>
                  <a:srgbClr val="6FA2D7"/>
                </a:solidFill>
                <a:latin typeface="Raleway"/>
                <a:cs typeface="Raleway"/>
              </a:rPr>
              <a:t>tus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33" name="object 46">
            <a:extLst>
              <a:ext uri="{FF2B5EF4-FFF2-40B4-BE49-F238E27FC236}">
                <a16:creationId xmlns:a16="http://schemas.microsoft.com/office/drawing/2014/main" id="{F7A819D1-A43A-8362-DCEC-51ABA1FF8B8D}"/>
              </a:ext>
            </a:extLst>
          </p:cNvPr>
          <p:cNvSpPr txBox="1"/>
          <p:nvPr/>
        </p:nvSpPr>
        <p:spPr>
          <a:xfrm>
            <a:off x="8749227" y="5703580"/>
            <a:ext cx="819417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-9" dirty="0">
                <a:solidFill>
                  <a:srgbClr val="6FA2D7"/>
                </a:solidFill>
                <a:latin typeface="Raleway"/>
                <a:cs typeface="Raleway"/>
              </a:rPr>
              <a:t>S</a:t>
            </a:r>
            <a:r>
              <a:rPr sz="1486" b="1" spc="-39" dirty="0">
                <a:solidFill>
                  <a:srgbClr val="6FA2D7"/>
                </a:solidFill>
                <a:latin typeface="Raleway"/>
                <a:cs typeface="Raleway"/>
              </a:rPr>
              <a:t>timulus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34" name="object 47">
            <a:extLst>
              <a:ext uri="{FF2B5EF4-FFF2-40B4-BE49-F238E27FC236}">
                <a16:creationId xmlns:a16="http://schemas.microsoft.com/office/drawing/2014/main" id="{D3EF2E8D-D8AE-0E8A-F9AD-94DC76E49F18}"/>
              </a:ext>
            </a:extLst>
          </p:cNvPr>
          <p:cNvSpPr txBox="1"/>
          <p:nvPr/>
        </p:nvSpPr>
        <p:spPr>
          <a:xfrm>
            <a:off x="10753617" y="5469247"/>
            <a:ext cx="929161" cy="45712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800"/>
              </a:lnSpc>
              <a:spcBef>
                <a:spcPts val="58"/>
              </a:spcBef>
            </a:pPr>
            <a:r>
              <a:rPr sz="1486" b="1" spc="-73" dirty="0" err="1">
                <a:solidFill>
                  <a:srgbClr val="205379"/>
                </a:solidFill>
                <a:latin typeface="Raleway"/>
                <a:cs typeface="Raleway"/>
              </a:rPr>
              <a:t>W</a:t>
            </a:r>
            <a:r>
              <a:rPr sz="1486" b="1" spc="-52" dirty="0" err="1">
                <a:solidFill>
                  <a:srgbClr val="205379"/>
                </a:solidFill>
                <a:latin typeface="Raleway"/>
                <a:cs typeface="Raleway"/>
              </a:rPr>
              <a:t>al</a:t>
            </a:r>
            <a:r>
              <a:rPr sz="1486" b="1" spc="-58" dirty="0" err="1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486" b="1" spc="-27" dirty="0" err="1">
                <a:solidFill>
                  <a:srgbClr val="205379"/>
                </a:solidFill>
                <a:latin typeface="Raleway"/>
                <a:cs typeface="Raleway"/>
              </a:rPr>
              <a:t>asi</a:t>
            </a:r>
            <a:r>
              <a:rPr lang="de-DE" sz="1486" b="1" spc="-27" dirty="0">
                <a:solidFill>
                  <a:srgbClr val="205379"/>
                </a:solidFill>
                <a:latin typeface="Raleway"/>
                <a:cs typeface="Raleway"/>
              </a:rPr>
              <a:t>a</a:t>
            </a:r>
            <a:r>
              <a:rPr sz="1486" b="1" spc="-27" dirty="0">
                <a:solidFill>
                  <a:srgbClr val="205379"/>
                </a:solidFill>
                <a:latin typeface="Raleway"/>
                <a:cs typeface="Raleway"/>
              </a:rPr>
              <a:t>n  Auction</a:t>
            </a:r>
            <a:endParaRPr sz="1486" dirty="0">
              <a:latin typeface="Raleway"/>
              <a:cs typeface="Raleway"/>
            </a:endParaRPr>
          </a:p>
        </p:txBody>
      </p:sp>
      <p:sp>
        <p:nvSpPr>
          <p:cNvPr id="35" name="object 48">
            <a:extLst>
              <a:ext uri="{FF2B5EF4-FFF2-40B4-BE49-F238E27FC236}">
                <a16:creationId xmlns:a16="http://schemas.microsoft.com/office/drawing/2014/main" id="{4861A611-B7CD-F47E-46EE-5F2543049FA9}"/>
              </a:ext>
            </a:extLst>
          </p:cNvPr>
          <p:cNvSpPr txBox="1"/>
          <p:nvPr/>
        </p:nvSpPr>
        <p:spPr>
          <a:xfrm>
            <a:off x="11124709" y="3594005"/>
            <a:ext cx="550257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12" dirty="0">
                <a:solidFill>
                  <a:srgbClr val="205379"/>
                </a:solidFill>
                <a:latin typeface="Raleway"/>
                <a:cs typeface="Raleway"/>
              </a:rPr>
              <a:t>M</a:t>
            </a: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49" dirty="0">
                <a:solidFill>
                  <a:srgbClr val="205379"/>
                </a:solidFill>
                <a:latin typeface="Raleway"/>
                <a:cs typeface="Raleway"/>
              </a:rPr>
              <a:t>t</a:t>
            </a:r>
            <a:r>
              <a:rPr sz="1486" b="1" spc="-39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42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endParaRPr sz="1486">
              <a:latin typeface="Raleway"/>
              <a:cs typeface="Raleway"/>
            </a:endParaRPr>
          </a:p>
        </p:txBody>
      </p:sp>
      <p:sp>
        <p:nvSpPr>
          <p:cNvPr id="36" name="object 49">
            <a:extLst>
              <a:ext uri="{FF2B5EF4-FFF2-40B4-BE49-F238E27FC236}">
                <a16:creationId xmlns:a16="http://schemas.microsoft.com/office/drawing/2014/main" id="{861F206A-BCCD-7DAB-7432-F9C7AFBF505D}"/>
              </a:ext>
            </a:extLst>
          </p:cNvPr>
          <p:cNvSpPr txBox="1"/>
          <p:nvPr/>
        </p:nvSpPr>
        <p:spPr>
          <a:xfrm>
            <a:off x="6415209" y="5047178"/>
            <a:ext cx="1412417" cy="69796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4656" marR="3081" indent="-27340">
              <a:lnSpc>
                <a:spcPct val="100800"/>
              </a:lnSpc>
              <a:spcBef>
                <a:spcPts val="58"/>
              </a:spcBef>
            </a:pPr>
            <a:r>
              <a:rPr sz="1486" b="1" spc="-3" dirty="0">
                <a:solidFill>
                  <a:srgbClr val="205379"/>
                </a:solidFill>
                <a:latin typeface="Raleway"/>
                <a:cs typeface="Raleway"/>
              </a:rPr>
              <a:t>D</a:t>
            </a:r>
            <a:r>
              <a:rPr sz="1486" b="1" spc="-24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vi</a:t>
            </a:r>
            <a:r>
              <a:rPr sz="1486" b="1" spc="-33" dirty="0">
                <a:solidFill>
                  <a:srgbClr val="205379"/>
                </a:solidFill>
                <a:latin typeface="Raleway"/>
                <a:cs typeface="Raleway"/>
              </a:rPr>
              <a:t>c</a:t>
            </a:r>
            <a:r>
              <a:rPr sz="1486" b="1" spc="-12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24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-109" dirty="0">
                <a:solidFill>
                  <a:srgbClr val="205379"/>
                </a:solidFill>
                <a:latin typeface="Raleway"/>
                <a:cs typeface="Raleway"/>
              </a:rPr>
              <a:t>/</a:t>
            </a:r>
            <a:r>
              <a:rPr sz="1486" b="1" spc="24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-24" dirty="0">
                <a:solidFill>
                  <a:srgbClr val="205379"/>
                </a:solidFill>
                <a:latin typeface="Raleway"/>
                <a:cs typeface="Raleway"/>
              </a:rPr>
              <a:t>Smart  </a:t>
            </a:r>
            <a:r>
              <a:rPr sz="1486" b="1" spc="-27" dirty="0">
                <a:solidFill>
                  <a:srgbClr val="205379"/>
                </a:solidFill>
                <a:latin typeface="Raleway"/>
                <a:cs typeface="Raleway"/>
              </a:rPr>
              <a:t>Meter</a:t>
            </a:r>
            <a:r>
              <a:rPr sz="1486" b="1" spc="-58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-33" dirty="0">
                <a:solidFill>
                  <a:srgbClr val="205379"/>
                </a:solidFill>
                <a:latin typeface="Raleway"/>
                <a:cs typeface="Raleway"/>
              </a:rPr>
              <a:t>Gateway</a:t>
            </a:r>
            <a:endParaRPr sz="1486" dirty="0">
              <a:latin typeface="Raleway"/>
              <a:cs typeface="Raleway"/>
            </a:endParaRPr>
          </a:p>
          <a:p>
            <a:pPr marL="467468">
              <a:spcBef>
                <a:spcPts val="15"/>
              </a:spcBef>
            </a:pPr>
            <a:r>
              <a:rPr sz="1486" b="1" spc="3" dirty="0">
                <a:solidFill>
                  <a:srgbClr val="205379"/>
                </a:solidFill>
                <a:latin typeface="Raleway"/>
                <a:cs typeface="Raleway"/>
              </a:rPr>
              <a:t>Open</a:t>
            </a:r>
            <a:r>
              <a:rPr sz="1486" b="1" spc="-30" dirty="0">
                <a:solidFill>
                  <a:srgbClr val="205379"/>
                </a:solidFill>
                <a:latin typeface="Raleway"/>
                <a:cs typeface="Raleway"/>
              </a:rPr>
              <a:t> </a:t>
            </a:r>
            <a:r>
              <a:rPr sz="1486" b="1" spc="12" dirty="0">
                <a:solidFill>
                  <a:srgbClr val="205379"/>
                </a:solidFill>
                <a:latin typeface="Raleway"/>
                <a:cs typeface="Raleway"/>
              </a:rPr>
              <a:t>EMS</a:t>
            </a:r>
            <a:endParaRPr sz="1486" dirty="0">
              <a:latin typeface="Raleway"/>
              <a:cs typeface="Raleway"/>
            </a:endParaRPr>
          </a:p>
        </p:txBody>
      </p:sp>
      <p:sp>
        <p:nvSpPr>
          <p:cNvPr id="37" name="object 50">
            <a:extLst>
              <a:ext uri="{FF2B5EF4-FFF2-40B4-BE49-F238E27FC236}">
                <a16:creationId xmlns:a16="http://schemas.microsoft.com/office/drawing/2014/main" id="{7E2509B3-BD9C-9231-45D2-8F254A1E60D2}"/>
              </a:ext>
            </a:extLst>
          </p:cNvPr>
          <p:cNvSpPr txBox="1"/>
          <p:nvPr/>
        </p:nvSpPr>
        <p:spPr>
          <a:xfrm>
            <a:off x="2863392" y="1882248"/>
            <a:ext cx="784762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Grid</a:t>
            </a:r>
            <a:endParaRPr sz="1486" dirty="0">
              <a:latin typeface="Raleway"/>
              <a:cs typeface="Raleway"/>
            </a:endParaRPr>
          </a:p>
        </p:txBody>
      </p:sp>
      <p:sp>
        <p:nvSpPr>
          <p:cNvPr id="38" name="object 51">
            <a:extLst>
              <a:ext uri="{FF2B5EF4-FFF2-40B4-BE49-F238E27FC236}">
                <a16:creationId xmlns:a16="http://schemas.microsoft.com/office/drawing/2014/main" id="{E9BD927B-22AE-BA5C-E7AA-2DDE0711D2A2}"/>
              </a:ext>
            </a:extLst>
          </p:cNvPr>
          <p:cNvSpPr txBox="1"/>
          <p:nvPr/>
        </p:nvSpPr>
        <p:spPr>
          <a:xfrm>
            <a:off x="3814575" y="1866259"/>
            <a:ext cx="1535508" cy="466637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lang="de-DE" sz="1486" b="1" spc="-18" dirty="0">
                <a:solidFill>
                  <a:srgbClr val="205379"/>
                </a:solidFill>
                <a:latin typeface="Raleway"/>
                <a:cs typeface="Raleway"/>
              </a:rPr>
              <a:t>Central power and </a:t>
            </a:r>
            <a:r>
              <a:rPr lang="de-DE" sz="1486" b="1" spc="-18" dirty="0" err="1">
                <a:solidFill>
                  <a:srgbClr val="205379"/>
                </a:solidFill>
                <a:latin typeface="Raleway"/>
                <a:cs typeface="Raleway"/>
              </a:rPr>
              <a:t>redispatch</a:t>
            </a:r>
            <a:endParaRPr sz="1486" dirty="0">
              <a:latin typeface="Raleway"/>
              <a:cs typeface="Raleway"/>
            </a:endParaRPr>
          </a:p>
        </p:txBody>
      </p:sp>
      <p:sp>
        <p:nvSpPr>
          <p:cNvPr id="39" name="object 55">
            <a:extLst>
              <a:ext uri="{FF2B5EF4-FFF2-40B4-BE49-F238E27FC236}">
                <a16:creationId xmlns:a16="http://schemas.microsoft.com/office/drawing/2014/main" id="{123A6B2A-0572-F387-ED58-6559397B1C43}"/>
              </a:ext>
            </a:extLst>
          </p:cNvPr>
          <p:cNvSpPr txBox="1"/>
          <p:nvPr/>
        </p:nvSpPr>
        <p:spPr>
          <a:xfrm>
            <a:off x="1482412" y="1891682"/>
            <a:ext cx="809890" cy="466637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lang="de-DE" sz="1486" b="1" spc="-18" dirty="0">
                <a:solidFill>
                  <a:srgbClr val="205379"/>
                </a:solidFill>
                <a:latin typeface="Raleway"/>
                <a:cs typeface="Raleway"/>
              </a:rPr>
              <a:t>Energy Market</a:t>
            </a:r>
            <a:endParaRPr sz="1486" dirty="0">
              <a:latin typeface="Raleway"/>
              <a:cs typeface="Raleway"/>
            </a:endParaRPr>
          </a:p>
        </p:txBody>
      </p:sp>
      <p:grpSp>
        <p:nvGrpSpPr>
          <p:cNvPr id="40" name="object 56">
            <a:extLst>
              <a:ext uri="{FF2B5EF4-FFF2-40B4-BE49-F238E27FC236}">
                <a16:creationId xmlns:a16="http://schemas.microsoft.com/office/drawing/2014/main" id="{4CB8210E-37EA-70F6-2E42-D9F57BDEF5CB}"/>
              </a:ext>
            </a:extLst>
          </p:cNvPr>
          <p:cNvGrpSpPr/>
          <p:nvPr/>
        </p:nvGrpSpPr>
        <p:grpSpPr>
          <a:xfrm>
            <a:off x="2673014" y="2302391"/>
            <a:ext cx="876407" cy="760888"/>
            <a:chOff x="2235616" y="3895775"/>
            <a:chExt cx="1445260" cy="1254760"/>
          </a:xfrm>
        </p:grpSpPr>
        <p:sp>
          <p:nvSpPr>
            <p:cNvPr id="41" name="object 57">
              <a:extLst>
                <a:ext uri="{FF2B5EF4-FFF2-40B4-BE49-F238E27FC236}">
                  <a16:creationId xmlns:a16="http://schemas.microsoft.com/office/drawing/2014/main" id="{7EBDC9E3-E853-576A-D761-09AF4D533814}"/>
                </a:ext>
              </a:extLst>
            </p:cNvPr>
            <p:cNvSpPr/>
            <p:nvPr/>
          </p:nvSpPr>
          <p:spPr>
            <a:xfrm>
              <a:off x="2245333" y="3905492"/>
              <a:ext cx="1426210" cy="1235075"/>
            </a:xfrm>
            <a:custGeom>
              <a:avLst/>
              <a:gdLst/>
              <a:ahLst/>
              <a:cxnLst/>
              <a:rect l="l" t="t" r="r" b="b"/>
              <a:pathLst>
                <a:path w="1426210" h="1235075">
                  <a:moveTo>
                    <a:pt x="1069307" y="0"/>
                  </a:moveTo>
                  <a:lnTo>
                    <a:pt x="356439" y="0"/>
                  </a:lnTo>
                  <a:lnTo>
                    <a:pt x="0" y="617363"/>
                  </a:lnTo>
                  <a:lnTo>
                    <a:pt x="356439" y="1234726"/>
                  </a:lnTo>
                  <a:lnTo>
                    <a:pt x="1069307" y="1234726"/>
                  </a:lnTo>
                  <a:lnTo>
                    <a:pt x="1425747" y="617363"/>
                  </a:lnTo>
                  <a:lnTo>
                    <a:pt x="1069307" y="0"/>
                  </a:lnTo>
                  <a:close/>
                </a:path>
              </a:pathLst>
            </a:custGeom>
            <a:ln w="19433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2" name="object 58">
              <a:extLst>
                <a:ext uri="{FF2B5EF4-FFF2-40B4-BE49-F238E27FC236}">
                  <a16:creationId xmlns:a16="http://schemas.microsoft.com/office/drawing/2014/main" id="{219C4A79-9120-9AB3-16D0-CA6BC6A7915C}"/>
                </a:ext>
              </a:extLst>
            </p:cNvPr>
            <p:cNvSpPr/>
            <p:nvPr/>
          </p:nvSpPr>
          <p:spPr>
            <a:xfrm>
              <a:off x="2605177" y="4069610"/>
              <a:ext cx="716280" cy="850900"/>
            </a:xfrm>
            <a:custGeom>
              <a:avLst/>
              <a:gdLst/>
              <a:ahLst/>
              <a:cxnLst/>
              <a:rect l="l" t="t" r="r" b="b"/>
              <a:pathLst>
                <a:path w="716279" h="850900">
                  <a:moveTo>
                    <a:pt x="639572" y="826770"/>
                  </a:moveTo>
                  <a:lnTo>
                    <a:pt x="75777" y="826770"/>
                  </a:lnTo>
                  <a:lnTo>
                    <a:pt x="69285" y="828040"/>
                  </a:lnTo>
                  <a:lnTo>
                    <a:pt x="64165" y="843280"/>
                  </a:lnTo>
                  <a:lnTo>
                    <a:pt x="68605" y="848360"/>
                  </a:lnTo>
                  <a:lnTo>
                    <a:pt x="74709" y="850900"/>
                  </a:lnTo>
                  <a:lnTo>
                    <a:pt x="640650" y="850900"/>
                  </a:lnTo>
                  <a:lnTo>
                    <a:pt x="646807" y="848360"/>
                  </a:lnTo>
                  <a:lnTo>
                    <a:pt x="651152" y="843280"/>
                  </a:lnTo>
                  <a:lnTo>
                    <a:pt x="646085" y="828040"/>
                  </a:lnTo>
                  <a:lnTo>
                    <a:pt x="639572" y="826770"/>
                  </a:lnTo>
                  <a:close/>
                </a:path>
                <a:path w="716279" h="850900">
                  <a:moveTo>
                    <a:pt x="276033" y="774700"/>
                  </a:moveTo>
                  <a:lnTo>
                    <a:pt x="107933" y="774700"/>
                  </a:lnTo>
                  <a:lnTo>
                    <a:pt x="104080" y="778510"/>
                  </a:lnTo>
                  <a:lnTo>
                    <a:pt x="103944" y="826770"/>
                  </a:lnTo>
                  <a:lnTo>
                    <a:pt x="611426" y="826770"/>
                  </a:lnTo>
                  <a:lnTo>
                    <a:pt x="611426" y="825500"/>
                  </a:lnTo>
                  <a:lnTo>
                    <a:pt x="129671" y="825500"/>
                  </a:lnTo>
                  <a:lnTo>
                    <a:pt x="129671" y="800100"/>
                  </a:lnTo>
                  <a:lnTo>
                    <a:pt x="266285" y="800100"/>
                  </a:lnTo>
                  <a:lnTo>
                    <a:pt x="276379" y="798830"/>
                  </a:lnTo>
                  <a:lnTo>
                    <a:pt x="281300" y="793750"/>
                  </a:lnTo>
                  <a:lnTo>
                    <a:pt x="281111" y="779780"/>
                  </a:lnTo>
                  <a:lnTo>
                    <a:pt x="276033" y="774700"/>
                  </a:lnTo>
                  <a:close/>
                </a:path>
                <a:path w="716279" h="850900">
                  <a:moveTo>
                    <a:pt x="599821" y="774700"/>
                  </a:moveTo>
                  <a:lnTo>
                    <a:pt x="326482" y="774700"/>
                  </a:lnTo>
                  <a:lnTo>
                    <a:pt x="317257" y="775970"/>
                  </a:lnTo>
                  <a:lnTo>
                    <a:pt x="313079" y="779780"/>
                  </a:lnTo>
                  <a:lnTo>
                    <a:pt x="312126" y="793750"/>
                  </a:lnTo>
                  <a:lnTo>
                    <a:pt x="316063" y="797560"/>
                  </a:lnTo>
                  <a:lnTo>
                    <a:pt x="325770" y="800100"/>
                  </a:lnTo>
                  <a:lnTo>
                    <a:pt x="585908" y="800100"/>
                  </a:lnTo>
                  <a:lnTo>
                    <a:pt x="585908" y="825500"/>
                  </a:lnTo>
                  <a:lnTo>
                    <a:pt x="611426" y="825500"/>
                  </a:lnTo>
                  <a:lnTo>
                    <a:pt x="611326" y="798830"/>
                  </a:lnTo>
                  <a:lnTo>
                    <a:pt x="610995" y="786130"/>
                  </a:lnTo>
                  <a:lnTo>
                    <a:pt x="607985" y="778510"/>
                  </a:lnTo>
                  <a:lnTo>
                    <a:pt x="599821" y="774700"/>
                  </a:lnTo>
                  <a:close/>
                </a:path>
                <a:path w="716279" h="850900">
                  <a:moveTo>
                    <a:pt x="296922" y="300990"/>
                  </a:moveTo>
                  <a:lnTo>
                    <a:pt x="241196" y="300990"/>
                  </a:lnTo>
                  <a:lnTo>
                    <a:pt x="241385" y="302260"/>
                  </a:lnTo>
                  <a:lnTo>
                    <a:pt x="241626" y="303530"/>
                  </a:lnTo>
                  <a:lnTo>
                    <a:pt x="241658" y="365760"/>
                  </a:lnTo>
                  <a:lnTo>
                    <a:pt x="241531" y="424180"/>
                  </a:lnTo>
                  <a:lnTo>
                    <a:pt x="240442" y="427990"/>
                  </a:lnTo>
                  <a:lnTo>
                    <a:pt x="226114" y="478790"/>
                  </a:lnTo>
                  <a:lnTo>
                    <a:pt x="146822" y="755650"/>
                  </a:lnTo>
                  <a:lnTo>
                    <a:pt x="143366" y="767080"/>
                  </a:lnTo>
                  <a:lnTo>
                    <a:pt x="139565" y="772160"/>
                  </a:lnTo>
                  <a:lnTo>
                    <a:pt x="133044" y="774700"/>
                  </a:lnTo>
                  <a:lnTo>
                    <a:pt x="210454" y="774700"/>
                  </a:lnTo>
                  <a:lnTo>
                    <a:pt x="207470" y="773430"/>
                  </a:lnTo>
                  <a:lnTo>
                    <a:pt x="211993" y="770890"/>
                  </a:lnTo>
                  <a:lnTo>
                    <a:pt x="227137" y="763270"/>
                  </a:lnTo>
                  <a:lnTo>
                    <a:pt x="170727" y="763270"/>
                  </a:lnTo>
                  <a:lnTo>
                    <a:pt x="210464" y="624840"/>
                  </a:lnTo>
                  <a:lnTo>
                    <a:pt x="268343" y="624840"/>
                  </a:lnTo>
                  <a:lnTo>
                    <a:pt x="260997" y="621030"/>
                  </a:lnTo>
                  <a:lnTo>
                    <a:pt x="260180" y="621030"/>
                  </a:lnTo>
                  <a:lnTo>
                    <a:pt x="257897" y="619760"/>
                  </a:lnTo>
                  <a:lnTo>
                    <a:pt x="529475" y="619760"/>
                  </a:lnTo>
                  <a:lnTo>
                    <a:pt x="521860" y="593090"/>
                  </a:lnTo>
                  <a:lnTo>
                    <a:pt x="244411" y="593090"/>
                  </a:lnTo>
                  <a:lnTo>
                    <a:pt x="246201" y="591820"/>
                  </a:lnTo>
                  <a:lnTo>
                    <a:pt x="247144" y="590550"/>
                  </a:lnTo>
                  <a:lnTo>
                    <a:pt x="269184" y="575310"/>
                  </a:lnTo>
                  <a:lnTo>
                    <a:pt x="224275" y="575310"/>
                  </a:lnTo>
                  <a:lnTo>
                    <a:pt x="261510" y="445770"/>
                  </a:lnTo>
                  <a:lnTo>
                    <a:pt x="304753" y="445770"/>
                  </a:lnTo>
                  <a:lnTo>
                    <a:pt x="297059" y="440690"/>
                  </a:lnTo>
                  <a:lnTo>
                    <a:pt x="297582" y="438150"/>
                  </a:lnTo>
                  <a:lnTo>
                    <a:pt x="477581" y="438150"/>
                  </a:lnTo>
                  <a:lnTo>
                    <a:pt x="474676" y="427990"/>
                  </a:lnTo>
                  <a:lnTo>
                    <a:pt x="473859" y="421640"/>
                  </a:lnTo>
                  <a:lnTo>
                    <a:pt x="473817" y="412750"/>
                  </a:lnTo>
                  <a:lnTo>
                    <a:pt x="267248" y="412750"/>
                  </a:lnTo>
                  <a:lnTo>
                    <a:pt x="267248" y="311150"/>
                  </a:lnTo>
                  <a:lnTo>
                    <a:pt x="312226" y="311150"/>
                  </a:lnTo>
                  <a:lnTo>
                    <a:pt x="296922" y="300990"/>
                  </a:lnTo>
                  <a:close/>
                </a:path>
                <a:path w="716279" h="850900">
                  <a:moveTo>
                    <a:pt x="413864" y="698500"/>
                  </a:moveTo>
                  <a:lnTo>
                    <a:pt x="359413" y="698500"/>
                  </a:lnTo>
                  <a:lnTo>
                    <a:pt x="398088" y="718820"/>
                  </a:lnTo>
                  <a:lnTo>
                    <a:pt x="433777" y="735330"/>
                  </a:lnTo>
                  <a:lnTo>
                    <a:pt x="506036" y="772160"/>
                  </a:lnTo>
                  <a:lnTo>
                    <a:pt x="506895" y="773430"/>
                  </a:lnTo>
                  <a:lnTo>
                    <a:pt x="510110" y="774700"/>
                  </a:lnTo>
                  <a:lnTo>
                    <a:pt x="576118" y="774700"/>
                  </a:lnTo>
                  <a:lnTo>
                    <a:pt x="573082" y="773430"/>
                  </a:lnTo>
                  <a:lnTo>
                    <a:pt x="570246" y="763270"/>
                  </a:lnTo>
                  <a:lnTo>
                    <a:pt x="544611" y="763270"/>
                  </a:lnTo>
                  <a:lnTo>
                    <a:pt x="413864" y="698500"/>
                  </a:lnTo>
                  <a:close/>
                </a:path>
                <a:path w="716279" h="850900">
                  <a:moveTo>
                    <a:pt x="268343" y="624840"/>
                  </a:moveTo>
                  <a:lnTo>
                    <a:pt x="210464" y="624840"/>
                  </a:lnTo>
                  <a:lnTo>
                    <a:pt x="329654" y="684530"/>
                  </a:lnTo>
                  <a:lnTo>
                    <a:pt x="170727" y="763270"/>
                  </a:lnTo>
                  <a:lnTo>
                    <a:pt x="227137" y="763270"/>
                  </a:lnTo>
                  <a:lnTo>
                    <a:pt x="282666" y="735330"/>
                  </a:lnTo>
                  <a:lnTo>
                    <a:pt x="316862" y="718820"/>
                  </a:lnTo>
                  <a:lnTo>
                    <a:pt x="354303" y="699770"/>
                  </a:lnTo>
                  <a:lnTo>
                    <a:pt x="359413" y="698500"/>
                  </a:lnTo>
                  <a:lnTo>
                    <a:pt x="413864" y="698500"/>
                  </a:lnTo>
                  <a:lnTo>
                    <a:pt x="385663" y="684530"/>
                  </a:lnTo>
                  <a:lnTo>
                    <a:pt x="416097" y="669290"/>
                  </a:lnTo>
                  <a:lnTo>
                    <a:pt x="355832" y="669290"/>
                  </a:lnTo>
                  <a:lnTo>
                    <a:pt x="307522" y="645160"/>
                  </a:lnTo>
                  <a:lnTo>
                    <a:pt x="268343" y="624840"/>
                  </a:lnTo>
                  <a:close/>
                </a:path>
                <a:path w="716279" h="850900">
                  <a:moveTo>
                    <a:pt x="530926" y="624840"/>
                  </a:moveTo>
                  <a:lnTo>
                    <a:pt x="504864" y="624840"/>
                  </a:lnTo>
                  <a:lnTo>
                    <a:pt x="544611" y="763270"/>
                  </a:lnTo>
                  <a:lnTo>
                    <a:pt x="570246" y="763270"/>
                  </a:lnTo>
                  <a:lnTo>
                    <a:pt x="557486" y="717550"/>
                  </a:lnTo>
                  <a:lnTo>
                    <a:pt x="543980" y="670560"/>
                  </a:lnTo>
                  <a:lnTo>
                    <a:pt x="530926" y="624840"/>
                  </a:lnTo>
                  <a:close/>
                </a:path>
                <a:path w="716279" h="850900">
                  <a:moveTo>
                    <a:pt x="529475" y="619760"/>
                  </a:moveTo>
                  <a:lnTo>
                    <a:pt x="455556" y="619760"/>
                  </a:lnTo>
                  <a:lnTo>
                    <a:pt x="456216" y="621030"/>
                  </a:lnTo>
                  <a:lnTo>
                    <a:pt x="401619" y="647700"/>
                  </a:lnTo>
                  <a:lnTo>
                    <a:pt x="382310" y="657860"/>
                  </a:lnTo>
                  <a:lnTo>
                    <a:pt x="360229" y="668020"/>
                  </a:lnTo>
                  <a:lnTo>
                    <a:pt x="355832" y="669290"/>
                  </a:lnTo>
                  <a:lnTo>
                    <a:pt x="416097" y="669290"/>
                  </a:lnTo>
                  <a:lnTo>
                    <a:pt x="504864" y="624840"/>
                  </a:lnTo>
                  <a:lnTo>
                    <a:pt x="530926" y="624840"/>
                  </a:lnTo>
                  <a:lnTo>
                    <a:pt x="529475" y="619760"/>
                  </a:lnTo>
                  <a:close/>
                </a:path>
                <a:path w="716279" h="850900">
                  <a:moveTo>
                    <a:pt x="403276" y="514350"/>
                  </a:moveTo>
                  <a:lnTo>
                    <a:pt x="359266" y="514350"/>
                  </a:lnTo>
                  <a:lnTo>
                    <a:pt x="472268" y="593090"/>
                  </a:lnTo>
                  <a:lnTo>
                    <a:pt x="521860" y="593090"/>
                  </a:lnTo>
                  <a:lnTo>
                    <a:pt x="516783" y="575310"/>
                  </a:lnTo>
                  <a:lnTo>
                    <a:pt x="491042" y="575310"/>
                  </a:lnTo>
                  <a:lnTo>
                    <a:pt x="403276" y="514350"/>
                  </a:lnTo>
                  <a:close/>
                </a:path>
                <a:path w="716279" h="850900">
                  <a:moveTo>
                    <a:pt x="304753" y="445770"/>
                  </a:moveTo>
                  <a:lnTo>
                    <a:pt x="261510" y="445770"/>
                  </a:lnTo>
                  <a:lnTo>
                    <a:pt x="335864" y="497840"/>
                  </a:lnTo>
                  <a:lnTo>
                    <a:pt x="224275" y="575310"/>
                  </a:lnTo>
                  <a:lnTo>
                    <a:pt x="269184" y="575310"/>
                  </a:lnTo>
                  <a:lnTo>
                    <a:pt x="300408" y="553720"/>
                  </a:lnTo>
                  <a:lnTo>
                    <a:pt x="326488" y="534670"/>
                  </a:lnTo>
                  <a:lnTo>
                    <a:pt x="354753" y="515620"/>
                  </a:lnTo>
                  <a:lnTo>
                    <a:pt x="359266" y="514350"/>
                  </a:lnTo>
                  <a:lnTo>
                    <a:pt x="403276" y="514350"/>
                  </a:lnTo>
                  <a:lnTo>
                    <a:pt x="379506" y="497840"/>
                  </a:lnTo>
                  <a:lnTo>
                    <a:pt x="403075" y="481330"/>
                  </a:lnTo>
                  <a:lnTo>
                    <a:pt x="356512" y="481330"/>
                  </a:lnTo>
                  <a:lnTo>
                    <a:pt x="325911" y="459740"/>
                  </a:lnTo>
                  <a:lnTo>
                    <a:pt x="304753" y="445770"/>
                  </a:lnTo>
                  <a:close/>
                </a:path>
                <a:path w="716279" h="850900">
                  <a:moveTo>
                    <a:pt x="479760" y="445770"/>
                  </a:moveTo>
                  <a:lnTo>
                    <a:pt x="453839" y="445770"/>
                  </a:lnTo>
                  <a:lnTo>
                    <a:pt x="491042" y="575310"/>
                  </a:lnTo>
                  <a:lnTo>
                    <a:pt x="516783" y="575310"/>
                  </a:lnTo>
                  <a:lnTo>
                    <a:pt x="479760" y="445770"/>
                  </a:lnTo>
                  <a:close/>
                </a:path>
                <a:path w="716279" h="850900">
                  <a:moveTo>
                    <a:pt x="477581" y="438150"/>
                  </a:moveTo>
                  <a:lnTo>
                    <a:pt x="419170" y="438150"/>
                  </a:lnTo>
                  <a:lnTo>
                    <a:pt x="416992" y="440690"/>
                  </a:lnTo>
                  <a:lnTo>
                    <a:pt x="415851" y="441960"/>
                  </a:lnTo>
                  <a:lnTo>
                    <a:pt x="388605" y="461010"/>
                  </a:lnTo>
                  <a:lnTo>
                    <a:pt x="375648" y="469900"/>
                  </a:lnTo>
                  <a:lnTo>
                    <a:pt x="360606" y="480060"/>
                  </a:lnTo>
                  <a:lnTo>
                    <a:pt x="356512" y="481330"/>
                  </a:lnTo>
                  <a:lnTo>
                    <a:pt x="403075" y="481330"/>
                  </a:lnTo>
                  <a:lnTo>
                    <a:pt x="453839" y="445770"/>
                  </a:lnTo>
                  <a:lnTo>
                    <a:pt x="479760" y="445770"/>
                  </a:lnTo>
                  <a:lnTo>
                    <a:pt x="477581" y="438150"/>
                  </a:lnTo>
                  <a:close/>
                </a:path>
                <a:path w="716279" h="850900">
                  <a:moveTo>
                    <a:pt x="312226" y="311150"/>
                  </a:moveTo>
                  <a:lnTo>
                    <a:pt x="267248" y="311150"/>
                  </a:lnTo>
                  <a:lnTo>
                    <a:pt x="416437" y="410210"/>
                  </a:lnTo>
                  <a:lnTo>
                    <a:pt x="416081" y="412750"/>
                  </a:lnTo>
                  <a:lnTo>
                    <a:pt x="473817" y="412750"/>
                  </a:lnTo>
                  <a:lnTo>
                    <a:pt x="473762" y="401320"/>
                  </a:lnTo>
                  <a:lnTo>
                    <a:pt x="448049" y="401320"/>
                  </a:lnTo>
                  <a:lnTo>
                    <a:pt x="312226" y="311150"/>
                  </a:lnTo>
                  <a:close/>
                </a:path>
                <a:path w="716279" h="850900">
                  <a:moveTo>
                    <a:pt x="108028" y="326390"/>
                  </a:moveTo>
                  <a:lnTo>
                    <a:pt x="55904" y="326390"/>
                  </a:lnTo>
                  <a:lnTo>
                    <a:pt x="39810" y="327660"/>
                  </a:lnTo>
                  <a:lnTo>
                    <a:pt x="35129" y="331470"/>
                  </a:lnTo>
                  <a:lnTo>
                    <a:pt x="34836" y="351790"/>
                  </a:lnTo>
                  <a:lnTo>
                    <a:pt x="34835" y="378460"/>
                  </a:lnTo>
                  <a:lnTo>
                    <a:pt x="35007" y="391160"/>
                  </a:lnTo>
                  <a:lnTo>
                    <a:pt x="35150" y="398780"/>
                  </a:lnTo>
                  <a:lnTo>
                    <a:pt x="39894" y="403860"/>
                  </a:lnTo>
                  <a:lnTo>
                    <a:pt x="123891" y="403860"/>
                  </a:lnTo>
                  <a:lnTo>
                    <a:pt x="128613" y="398780"/>
                  </a:lnTo>
                  <a:lnTo>
                    <a:pt x="128855" y="388620"/>
                  </a:lnTo>
                  <a:lnTo>
                    <a:pt x="129029" y="378460"/>
                  </a:lnTo>
                  <a:lnTo>
                    <a:pt x="60605" y="378460"/>
                  </a:lnTo>
                  <a:lnTo>
                    <a:pt x="60605" y="353060"/>
                  </a:lnTo>
                  <a:lnTo>
                    <a:pt x="129064" y="353060"/>
                  </a:lnTo>
                  <a:lnTo>
                    <a:pt x="128875" y="341630"/>
                  </a:lnTo>
                  <a:lnTo>
                    <a:pt x="128666" y="331470"/>
                  </a:lnTo>
                  <a:lnTo>
                    <a:pt x="124090" y="327660"/>
                  </a:lnTo>
                  <a:lnTo>
                    <a:pt x="108028" y="326390"/>
                  </a:lnTo>
                  <a:close/>
                </a:path>
                <a:path w="716279" h="850900">
                  <a:moveTo>
                    <a:pt x="658702" y="326390"/>
                  </a:moveTo>
                  <a:lnTo>
                    <a:pt x="607311" y="326390"/>
                  </a:lnTo>
                  <a:lnTo>
                    <a:pt x="591217" y="327660"/>
                  </a:lnTo>
                  <a:lnTo>
                    <a:pt x="586704" y="331470"/>
                  </a:lnTo>
                  <a:lnTo>
                    <a:pt x="586484" y="341630"/>
                  </a:lnTo>
                  <a:lnTo>
                    <a:pt x="586314" y="351790"/>
                  </a:lnTo>
                  <a:lnTo>
                    <a:pt x="586309" y="378460"/>
                  </a:lnTo>
                  <a:lnTo>
                    <a:pt x="586513" y="391160"/>
                  </a:lnTo>
                  <a:lnTo>
                    <a:pt x="586662" y="398780"/>
                  </a:lnTo>
                  <a:lnTo>
                    <a:pt x="591332" y="403860"/>
                  </a:lnTo>
                  <a:lnTo>
                    <a:pt x="675550" y="403860"/>
                  </a:lnTo>
                  <a:lnTo>
                    <a:pt x="680272" y="398780"/>
                  </a:lnTo>
                  <a:lnTo>
                    <a:pt x="680419" y="388620"/>
                  </a:lnTo>
                  <a:lnTo>
                    <a:pt x="680526" y="378460"/>
                  </a:lnTo>
                  <a:lnTo>
                    <a:pt x="611991" y="378460"/>
                  </a:lnTo>
                  <a:lnTo>
                    <a:pt x="611991" y="351790"/>
                  </a:lnTo>
                  <a:lnTo>
                    <a:pt x="680526" y="351790"/>
                  </a:lnTo>
                  <a:lnTo>
                    <a:pt x="680429" y="341630"/>
                  </a:lnTo>
                  <a:lnTo>
                    <a:pt x="680293" y="331470"/>
                  </a:lnTo>
                  <a:lnTo>
                    <a:pt x="675738" y="327660"/>
                  </a:lnTo>
                  <a:lnTo>
                    <a:pt x="658702" y="326390"/>
                  </a:lnTo>
                  <a:close/>
                </a:path>
                <a:path w="716279" h="850900">
                  <a:moveTo>
                    <a:pt x="474100" y="300990"/>
                  </a:moveTo>
                  <a:lnTo>
                    <a:pt x="448049" y="300990"/>
                  </a:lnTo>
                  <a:lnTo>
                    <a:pt x="448049" y="401320"/>
                  </a:lnTo>
                  <a:lnTo>
                    <a:pt x="473762" y="401320"/>
                  </a:lnTo>
                  <a:lnTo>
                    <a:pt x="473849" y="304800"/>
                  </a:lnTo>
                  <a:lnTo>
                    <a:pt x="473975" y="303530"/>
                  </a:lnTo>
                  <a:lnTo>
                    <a:pt x="474100" y="300990"/>
                  </a:lnTo>
                  <a:close/>
                </a:path>
                <a:path w="716279" h="850900">
                  <a:moveTo>
                    <a:pt x="129064" y="353060"/>
                  </a:moveTo>
                  <a:lnTo>
                    <a:pt x="103483" y="353060"/>
                  </a:lnTo>
                  <a:lnTo>
                    <a:pt x="103483" y="378460"/>
                  </a:lnTo>
                  <a:lnTo>
                    <a:pt x="129029" y="378460"/>
                  </a:lnTo>
                  <a:lnTo>
                    <a:pt x="129064" y="353060"/>
                  </a:lnTo>
                  <a:close/>
                </a:path>
                <a:path w="716279" h="850900">
                  <a:moveTo>
                    <a:pt x="680526" y="351790"/>
                  </a:moveTo>
                  <a:lnTo>
                    <a:pt x="654953" y="351790"/>
                  </a:lnTo>
                  <a:lnTo>
                    <a:pt x="654953" y="378460"/>
                  </a:lnTo>
                  <a:lnTo>
                    <a:pt x="680526" y="378460"/>
                  </a:lnTo>
                  <a:lnTo>
                    <a:pt x="680526" y="351790"/>
                  </a:lnTo>
                  <a:close/>
                </a:path>
                <a:path w="716279" h="850900">
                  <a:moveTo>
                    <a:pt x="646367" y="299720"/>
                  </a:moveTo>
                  <a:lnTo>
                    <a:pt x="69045" y="299720"/>
                  </a:lnTo>
                  <a:lnTo>
                    <a:pt x="69045" y="326390"/>
                  </a:lnTo>
                  <a:lnTo>
                    <a:pt x="95138" y="326390"/>
                  </a:lnTo>
                  <a:lnTo>
                    <a:pt x="95138" y="300990"/>
                  </a:lnTo>
                  <a:lnTo>
                    <a:pt x="646367" y="300990"/>
                  </a:lnTo>
                  <a:lnTo>
                    <a:pt x="646367" y="299720"/>
                  </a:lnTo>
                  <a:close/>
                </a:path>
                <a:path w="716279" h="850900">
                  <a:moveTo>
                    <a:pt x="646367" y="300990"/>
                  </a:moveTo>
                  <a:lnTo>
                    <a:pt x="620368" y="300990"/>
                  </a:lnTo>
                  <a:lnTo>
                    <a:pt x="620368" y="326390"/>
                  </a:lnTo>
                  <a:lnTo>
                    <a:pt x="646367" y="326390"/>
                  </a:lnTo>
                  <a:lnTo>
                    <a:pt x="646367" y="300990"/>
                  </a:lnTo>
                  <a:close/>
                </a:path>
                <a:path w="716279" h="850900">
                  <a:moveTo>
                    <a:pt x="296598" y="93980"/>
                  </a:moveTo>
                  <a:lnTo>
                    <a:pt x="240903" y="93980"/>
                  </a:lnTo>
                  <a:lnTo>
                    <a:pt x="241207" y="95250"/>
                  </a:lnTo>
                  <a:lnTo>
                    <a:pt x="241594" y="96520"/>
                  </a:lnTo>
                  <a:lnTo>
                    <a:pt x="241701" y="189230"/>
                  </a:lnTo>
                  <a:lnTo>
                    <a:pt x="241793" y="209550"/>
                  </a:lnTo>
                  <a:lnTo>
                    <a:pt x="238746" y="209550"/>
                  </a:lnTo>
                  <a:lnTo>
                    <a:pt x="40866" y="266700"/>
                  </a:lnTo>
                  <a:lnTo>
                    <a:pt x="3664" y="276860"/>
                  </a:lnTo>
                  <a:lnTo>
                    <a:pt x="52" y="281940"/>
                  </a:lnTo>
                  <a:lnTo>
                    <a:pt x="1790" y="295910"/>
                  </a:lnTo>
                  <a:lnTo>
                    <a:pt x="6868" y="299720"/>
                  </a:lnTo>
                  <a:lnTo>
                    <a:pt x="22763" y="300990"/>
                  </a:lnTo>
                  <a:lnTo>
                    <a:pt x="29423" y="299720"/>
                  </a:lnTo>
                  <a:lnTo>
                    <a:pt x="703294" y="299720"/>
                  </a:lnTo>
                  <a:lnTo>
                    <a:pt x="708732" y="297180"/>
                  </a:lnTo>
                  <a:lnTo>
                    <a:pt x="712658" y="293370"/>
                  </a:lnTo>
                  <a:lnTo>
                    <a:pt x="716009" y="283210"/>
                  </a:lnTo>
                  <a:lnTo>
                    <a:pt x="712732" y="279400"/>
                  </a:lnTo>
                  <a:lnTo>
                    <a:pt x="704816" y="275590"/>
                  </a:lnTo>
                  <a:lnTo>
                    <a:pt x="702083" y="274320"/>
                  </a:lnTo>
                  <a:lnTo>
                    <a:pt x="108132" y="274320"/>
                  </a:lnTo>
                  <a:lnTo>
                    <a:pt x="107892" y="273050"/>
                  </a:lnTo>
                  <a:lnTo>
                    <a:pt x="241207" y="234950"/>
                  </a:lnTo>
                  <a:lnTo>
                    <a:pt x="267196" y="234950"/>
                  </a:lnTo>
                  <a:lnTo>
                    <a:pt x="267196" y="231140"/>
                  </a:lnTo>
                  <a:lnTo>
                    <a:pt x="549536" y="231140"/>
                  </a:lnTo>
                  <a:lnTo>
                    <a:pt x="535907" y="227330"/>
                  </a:lnTo>
                  <a:lnTo>
                    <a:pt x="475472" y="209550"/>
                  </a:lnTo>
                  <a:lnTo>
                    <a:pt x="473493" y="207010"/>
                  </a:lnTo>
                  <a:lnTo>
                    <a:pt x="473511" y="205740"/>
                  </a:lnTo>
                  <a:lnTo>
                    <a:pt x="267028" y="205740"/>
                  </a:lnTo>
                  <a:lnTo>
                    <a:pt x="267028" y="104140"/>
                  </a:lnTo>
                  <a:lnTo>
                    <a:pt x="311763" y="104140"/>
                  </a:lnTo>
                  <a:lnTo>
                    <a:pt x="296598" y="93980"/>
                  </a:lnTo>
                  <a:close/>
                </a:path>
                <a:path w="716279" h="850900">
                  <a:moveTo>
                    <a:pt x="703294" y="299720"/>
                  </a:moveTo>
                  <a:lnTo>
                    <a:pt x="695067" y="299720"/>
                  </a:lnTo>
                  <a:lnTo>
                    <a:pt x="700575" y="300990"/>
                  </a:lnTo>
                  <a:lnTo>
                    <a:pt x="703294" y="299720"/>
                  </a:lnTo>
                  <a:close/>
                </a:path>
                <a:path w="716279" h="850900">
                  <a:moveTo>
                    <a:pt x="267196" y="234950"/>
                  </a:moveTo>
                  <a:lnTo>
                    <a:pt x="241207" y="234950"/>
                  </a:lnTo>
                  <a:lnTo>
                    <a:pt x="241207" y="274320"/>
                  </a:lnTo>
                  <a:lnTo>
                    <a:pt x="267196" y="274320"/>
                  </a:lnTo>
                  <a:lnTo>
                    <a:pt x="267196" y="234950"/>
                  </a:lnTo>
                  <a:close/>
                </a:path>
                <a:path w="716279" h="850900">
                  <a:moveTo>
                    <a:pt x="549536" y="231140"/>
                  </a:moveTo>
                  <a:lnTo>
                    <a:pt x="448122" y="231140"/>
                  </a:lnTo>
                  <a:lnTo>
                    <a:pt x="448122" y="274320"/>
                  </a:lnTo>
                  <a:lnTo>
                    <a:pt x="474142" y="274320"/>
                  </a:lnTo>
                  <a:lnTo>
                    <a:pt x="474142" y="234950"/>
                  </a:lnTo>
                  <a:lnTo>
                    <a:pt x="563165" y="234950"/>
                  </a:lnTo>
                  <a:lnTo>
                    <a:pt x="549536" y="231140"/>
                  </a:lnTo>
                  <a:close/>
                </a:path>
                <a:path w="716279" h="850900">
                  <a:moveTo>
                    <a:pt x="563165" y="234950"/>
                  </a:moveTo>
                  <a:lnTo>
                    <a:pt x="474142" y="234950"/>
                  </a:lnTo>
                  <a:lnTo>
                    <a:pt x="607499" y="273050"/>
                  </a:lnTo>
                  <a:lnTo>
                    <a:pt x="607258" y="274320"/>
                  </a:lnTo>
                  <a:lnTo>
                    <a:pt x="702083" y="274320"/>
                  </a:lnTo>
                  <a:lnTo>
                    <a:pt x="563165" y="234950"/>
                  </a:lnTo>
                  <a:close/>
                </a:path>
                <a:path w="716279" h="850900">
                  <a:moveTo>
                    <a:pt x="311763" y="104140"/>
                  </a:moveTo>
                  <a:lnTo>
                    <a:pt x="267028" y="104140"/>
                  </a:lnTo>
                  <a:lnTo>
                    <a:pt x="418385" y="205740"/>
                  </a:lnTo>
                  <a:lnTo>
                    <a:pt x="473511" y="205740"/>
                  </a:lnTo>
                  <a:lnTo>
                    <a:pt x="473609" y="195580"/>
                  </a:lnTo>
                  <a:lnTo>
                    <a:pt x="448248" y="195580"/>
                  </a:lnTo>
                  <a:lnTo>
                    <a:pt x="311763" y="104140"/>
                  </a:lnTo>
                  <a:close/>
                </a:path>
                <a:path w="716279" h="850900">
                  <a:moveTo>
                    <a:pt x="107012" y="119380"/>
                  </a:moveTo>
                  <a:lnTo>
                    <a:pt x="57108" y="119380"/>
                  </a:lnTo>
                  <a:lnTo>
                    <a:pt x="39297" y="120650"/>
                  </a:lnTo>
                  <a:lnTo>
                    <a:pt x="34993" y="124460"/>
                  </a:lnTo>
                  <a:lnTo>
                    <a:pt x="34899" y="177800"/>
                  </a:lnTo>
                  <a:lnTo>
                    <a:pt x="35004" y="191770"/>
                  </a:lnTo>
                  <a:lnTo>
                    <a:pt x="39297" y="196850"/>
                  </a:lnTo>
                  <a:lnTo>
                    <a:pt x="124341" y="196850"/>
                  </a:lnTo>
                  <a:lnTo>
                    <a:pt x="128739" y="191770"/>
                  </a:lnTo>
                  <a:lnTo>
                    <a:pt x="128917" y="181610"/>
                  </a:lnTo>
                  <a:lnTo>
                    <a:pt x="129048" y="171450"/>
                  </a:lnTo>
                  <a:lnTo>
                    <a:pt x="60469" y="171450"/>
                  </a:lnTo>
                  <a:lnTo>
                    <a:pt x="60469" y="146050"/>
                  </a:lnTo>
                  <a:lnTo>
                    <a:pt x="129053" y="146050"/>
                  </a:lnTo>
                  <a:lnTo>
                    <a:pt x="128908" y="134620"/>
                  </a:lnTo>
                  <a:lnTo>
                    <a:pt x="128750" y="124460"/>
                  </a:lnTo>
                  <a:lnTo>
                    <a:pt x="124320" y="120650"/>
                  </a:lnTo>
                  <a:lnTo>
                    <a:pt x="107012" y="119380"/>
                  </a:lnTo>
                  <a:close/>
                </a:path>
                <a:path w="716279" h="850900">
                  <a:moveTo>
                    <a:pt x="658639" y="119380"/>
                  </a:moveTo>
                  <a:lnTo>
                    <a:pt x="652618" y="120650"/>
                  </a:lnTo>
                  <a:lnTo>
                    <a:pt x="591165" y="120650"/>
                  </a:lnTo>
                  <a:lnTo>
                    <a:pt x="586683" y="124460"/>
                  </a:lnTo>
                  <a:lnTo>
                    <a:pt x="586454" y="135890"/>
                  </a:lnTo>
                  <a:lnTo>
                    <a:pt x="586311" y="144780"/>
                  </a:lnTo>
                  <a:lnTo>
                    <a:pt x="586291" y="170180"/>
                  </a:lnTo>
                  <a:lnTo>
                    <a:pt x="586474" y="181610"/>
                  </a:lnTo>
                  <a:lnTo>
                    <a:pt x="586683" y="191770"/>
                  </a:lnTo>
                  <a:lnTo>
                    <a:pt x="591081" y="196850"/>
                  </a:lnTo>
                  <a:lnTo>
                    <a:pt x="675916" y="196850"/>
                  </a:lnTo>
                  <a:lnTo>
                    <a:pt x="680303" y="191770"/>
                  </a:lnTo>
                  <a:lnTo>
                    <a:pt x="680429" y="181610"/>
                  </a:lnTo>
                  <a:lnTo>
                    <a:pt x="680521" y="171450"/>
                  </a:lnTo>
                  <a:lnTo>
                    <a:pt x="612169" y="171450"/>
                  </a:lnTo>
                  <a:lnTo>
                    <a:pt x="612169" y="146050"/>
                  </a:lnTo>
                  <a:lnTo>
                    <a:pt x="680520" y="146050"/>
                  </a:lnTo>
                  <a:lnTo>
                    <a:pt x="680335" y="124460"/>
                  </a:lnTo>
                  <a:lnTo>
                    <a:pt x="675895" y="120650"/>
                  </a:lnTo>
                  <a:lnTo>
                    <a:pt x="613677" y="120650"/>
                  </a:lnTo>
                  <a:lnTo>
                    <a:pt x="607615" y="119380"/>
                  </a:lnTo>
                  <a:lnTo>
                    <a:pt x="658639" y="119380"/>
                  </a:lnTo>
                  <a:close/>
                </a:path>
                <a:path w="716279" h="850900">
                  <a:moveTo>
                    <a:pt x="646221" y="92710"/>
                  </a:moveTo>
                  <a:lnTo>
                    <a:pt x="447002" y="92710"/>
                  </a:lnTo>
                  <a:lnTo>
                    <a:pt x="448897" y="95250"/>
                  </a:lnTo>
                  <a:lnTo>
                    <a:pt x="448782" y="104140"/>
                  </a:lnTo>
                  <a:lnTo>
                    <a:pt x="448661" y="119380"/>
                  </a:lnTo>
                  <a:lnTo>
                    <a:pt x="448646" y="189230"/>
                  </a:lnTo>
                  <a:lnTo>
                    <a:pt x="448447" y="190500"/>
                  </a:lnTo>
                  <a:lnTo>
                    <a:pt x="448248" y="195580"/>
                  </a:lnTo>
                  <a:lnTo>
                    <a:pt x="473609" y="195580"/>
                  </a:lnTo>
                  <a:lnTo>
                    <a:pt x="473733" y="170180"/>
                  </a:lnTo>
                  <a:lnTo>
                    <a:pt x="473702" y="93980"/>
                  </a:lnTo>
                  <a:lnTo>
                    <a:pt x="646221" y="93980"/>
                  </a:lnTo>
                  <a:lnTo>
                    <a:pt x="646221" y="92710"/>
                  </a:lnTo>
                  <a:close/>
                </a:path>
                <a:path w="716279" h="850900">
                  <a:moveTo>
                    <a:pt x="129053" y="146050"/>
                  </a:moveTo>
                  <a:lnTo>
                    <a:pt x="103159" y="146050"/>
                  </a:lnTo>
                  <a:lnTo>
                    <a:pt x="103159" y="171450"/>
                  </a:lnTo>
                  <a:lnTo>
                    <a:pt x="129048" y="171450"/>
                  </a:lnTo>
                  <a:lnTo>
                    <a:pt x="129053" y="146050"/>
                  </a:lnTo>
                  <a:close/>
                </a:path>
                <a:path w="716279" h="850900">
                  <a:moveTo>
                    <a:pt x="680520" y="146050"/>
                  </a:moveTo>
                  <a:lnTo>
                    <a:pt x="655184" y="146050"/>
                  </a:lnTo>
                  <a:lnTo>
                    <a:pt x="655184" y="171450"/>
                  </a:lnTo>
                  <a:lnTo>
                    <a:pt x="680521" y="171450"/>
                  </a:lnTo>
                  <a:lnTo>
                    <a:pt x="680520" y="146050"/>
                  </a:lnTo>
                  <a:close/>
                </a:path>
                <a:path w="716279" h="850900">
                  <a:moveTo>
                    <a:pt x="646221" y="93980"/>
                  </a:moveTo>
                  <a:lnTo>
                    <a:pt x="620284" y="93980"/>
                  </a:lnTo>
                  <a:lnTo>
                    <a:pt x="620284" y="120650"/>
                  </a:lnTo>
                  <a:lnTo>
                    <a:pt x="646221" y="120650"/>
                  </a:lnTo>
                  <a:lnTo>
                    <a:pt x="646221" y="93980"/>
                  </a:lnTo>
                  <a:close/>
                </a:path>
                <a:path w="716279" h="850900">
                  <a:moveTo>
                    <a:pt x="303247" y="92710"/>
                  </a:moveTo>
                  <a:lnTo>
                    <a:pt x="68856" y="92710"/>
                  </a:lnTo>
                  <a:lnTo>
                    <a:pt x="68856" y="119380"/>
                  </a:lnTo>
                  <a:lnTo>
                    <a:pt x="95054" y="119380"/>
                  </a:lnTo>
                  <a:lnTo>
                    <a:pt x="95054" y="93980"/>
                  </a:lnTo>
                  <a:lnTo>
                    <a:pt x="301048" y="93980"/>
                  </a:lnTo>
                  <a:lnTo>
                    <a:pt x="303247" y="92710"/>
                  </a:lnTo>
                  <a:close/>
                </a:path>
                <a:path w="716279" h="850900">
                  <a:moveTo>
                    <a:pt x="464509" y="0"/>
                  </a:moveTo>
                  <a:lnTo>
                    <a:pt x="249803" y="0"/>
                  </a:lnTo>
                  <a:lnTo>
                    <a:pt x="146159" y="29210"/>
                  </a:lnTo>
                  <a:lnTo>
                    <a:pt x="96839" y="44450"/>
                  </a:lnTo>
                  <a:lnTo>
                    <a:pt x="10062" y="68580"/>
                  </a:lnTo>
                  <a:lnTo>
                    <a:pt x="3392" y="71120"/>
                  </a:lnTo>
                  <a:lnTo>
                    <a:pt x="0" y="76200"/>
                  </a:lnTo>
                  <a:lnTo>
                    <a:pt x="2052" y="90170"/>
                  </a:lnTo>
                  <a:lnTo>
                    <a:pt x="6617" y="92710"/>
                  </a:lnTo>
                  <a:lnTo>
                    <a:pt x="16774" y="93980"/>
                  </a:lnTo>
                  <a:lnTo>
                    <a:pt x="20386" y="92710"/>
                  </a:lnTo>
                  <a:lnTo>
                    <a:pt x="706156" y="92710"/>
                  </a:lnTo>
                  <a:lnTo>
                    <a:pt x="711391" y="88900"/>
                  </a:lnTo>
                  <a:lnTo>
                    <a:pt x="714889" y="82550"/>
                  </a:lnTo>
                  <a:lnTo>
                    <a:pt x="713402" y="76200"/>
                  </a:lnTo>
                  <a:lnTo>
                    <a:pt x="709454" y="69850"/>
                  </a:lnTo>
                  <a:lnTo>
                    <a:pt x="704962" y="68580"/>
                  </a:lnTo>
                  <a:lnTo>
                    <a:pt x="474393" y="68580"/>
                  </a:lnTo>
                  <a:lnTo>
                    <a:pt x="474393" y="67310"/>
                  </a:lnTo>
                  <a:lnTo>
                    <a:pt x="109881" y="67310"/>
                  </a:lnTo>
                  <a:lnTo>
                    <a:pt x="109609" y="66040"/>
                  </a:lnTo>
                  <a:lnTo>
                    <a:pt x="241207" y="29210"/>
                  </a:lnTo>
                  <a:lnTo>
                    <a:pt x="267143" y="29210"/>
                  </a:lnTo>
                  <a:lnTo>
                    <a:pt x="267143" y="25400"/>
                  </a:lnTo>
                  <a:lnTo>
                    <a:pt x="553486" y="25400"/>
                  </a:lnTo>
                  <a:lnTo>
                    <a:pt x="515448" y="13970"/>
                  </a:lnTo>
                  <a:lnTo>
                    <a:pt x="464509" y="0"/>
                  </a:lnTo>
                  <a:close/>
                </a:path>
                <a:path w="716279" h="850900">
                  <a:moveTo>
                    <a:pt x="690719" y="92710"/>
                  </a:moveTo>
                  <a:lnTo>
                    <a:pt x="656398" y="92710"/>
                  </a:lnTo>
                  <a:lnTo>
                    <a:pt x="679282" y="93980"/>
                  </a:lnTo>
                  <a:lnTo>
                    <a:pt x="690719" y="92710"/>
                  </a:lnTo>
                  <a:close/>
                </a:path>
                <a:path w="716279" h="850900">
                  <a:moveTo>
                    <a:pt x="566588" y="29210"/>
                  </a:moveTo>
                  <a:lnTo>
                    <a:pt x="474393" y="29210"/>
                  </a:lnTo>
                  <a:lnTo>
                    <a:pt x="605646" y="66040"/>
                  </a:lnTo>
                  <a:lnTo>
                    <a:pt x="605311" y="68580"/>
                  </a:lnTo>
                  <a:lnTo>
                    <a:pt x="704962" y="68580"/>
                  </a:lnTo>
                  <a:lnTo>
                    <a:pt x="654896" y="54610"/>
                  </a:lnTo>
                  <a:lnTo>
                    <a:pt x="608422" y="40640"/>
                  </a:lnTo>
                  <a:lnTo>
                    <a:pt x="566588" y="29210"/>
                  </a:lnTo>
                  <a:close/>
                </a:path>
                <a:path w="716279" h="850900">
                  <a:moveTo>
                    <a:pt x="267143" y="29210"/>
                  </a:moveTo>
                  <a:lnTo>
                    <a:pt x="241207" y="29210"/>
                  </a:lnTo>
                  <a:lnTo>
                    <a:pt x="241207" y="67310"/>
                  </a:lnTo>
                  <a:lnTo>
                    <a:pt x="267143" y="67310"/>
                  </a:lnTo>
                  <a:lnTo>
                    <a:pt x="267143" y="29210"/>
                  </a:lnTo>
                  <a:close/>
                </a:path>
                <a:path w="716279" h="850900">
                  <a:moveTo>
                    <a:pt x="553486" y="25400"/>
                  </a:moveTo>
                  <a:lnTo>
                    <a:pt x="448143" y="25400"/>
                  </a:lnTo>
                  <a:lnTo>
                    <a:pt x="448143" y="67310"/>
                  </a:lnTo>
                  <a:lnTo>
                    <a:pt x="474393" y="67310"/>
                  </a:lnTo>
                  <a:lnTo>
                    <a:pt x="474393" y="29210"/>
                  </a:lnTo>
                  <a:lnTo>
                    <a:pt x="566588" y="29210"/>
                  </a:lnTo>
                  <a:lnTo>
                    <a:pt x="561939" y="27940"/>
                  </a:lnTo>
                  <a:lnTo>
                    <a:pt x="553486" y="25400"/>
                  </a:lnTo>
                  <a:close/>
                </a:path>
              </a:pathLst>
            </a:custGeom>
            <a:solidFill>
              <a:srgbClr val="20537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3" name="object 59">
            <a:extLst>
              <a:ext uri="{FF2B5EF4-FFF2-40B4-BE49-F238E27FC236}">
                <a16:creationId xmlns:a16="http://schemas.microsoft.com/office/drawing/2014/main" id="{5491CEC8-3CBD-DEC9-F82E-2C25BA9AFE17}"/>
              </a:ext>
            </a:extLst>
          </p:cNvPr>
          <p:cNvSpPr txBox="1"/>
          <p:nvPr/>
        </p:nvSpPr>
        <p:spPr>
          <a:xfrm>
            <a:off x="5980386" y="811937"/>
            <a:ext cx="6053959" cy="85835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R="17712" algn="ctr">
              <a:spcBef>
                <a:spcPts val="82"/>
              </a:spcBef>
              <a:tabLst>
                <a:tab pos="1126697" algn="l"/>
                <a:tab pos="1976148" algn="l"/>
                <a:tab pos="2386242" algn="l"/>
                <a:tab pos="2959602" algn="l"/>
              </a:tabLst>
            </a:pPr>
            <a:r>
              <a:rPr sz="1728" spc="143" dirty="0">
                <a:solidFill>
                  <a:srgbClr val="205379"/>
                </a:solidFill>
                <a:latin typeface="Raleway"/>
                <a:cs typeface="Raleway"/>
              </a:rPr>
              <a:t>BEYOND	</a:t>
            </a:r>
            <a:r>
              <a:rPr sz="1728" spc="100" dirty="0">
                <a:solidFill>
                  <a:srgbClr val="205379"/>
                </a:solidFill>
                <a:latin typeface="Raleway"/>
                <a:cs typeface="Raleway"/>
              </a:rPr>
              <a:t>STATE	OF	</a:t>
            </a:r>
            <a:r>
              <a:rPr sz="1728" spc="127" dirty="0">
                <a:solidFill>
                  <a:srgbClr val="205379"/>
                </a:solidFill>
                <a:latin typeface="Raleway"/>
                <a:cs typeface="Raleway"/>
              </a:rPr>
              <a:t>THE	</a:t>
            </a:r>
            <a:r>
              <a:rPr sz="1728" spc="109" dirty="0">
                <a:solidFill>
                  <a:srgbClr val="205379"/>
                </a:solidFill>
                <a:latin typeface="Raleway"/>
                <a:cs typeface="Raleway"/>
              </a:rPr>
              <a:t>ART:</a:t>
            </a:r>
            <a:endParaRPr sz="1728" dirty="0">
              <a:latin typeface="Raleway"/>
              <a:cs typeface="Raleway"/>
            </a:endParaRPr>
          </a:p>
          <a:p>
            <a:pPr algn="ctr">
              <a:spcBef>
                <a:spcPts val="24"/>
              </a:spcBef>
              <a:tabLst>
                <a:tab pos="1557969" algn="l"/>
                <a:tab pos="2783628" algn="l"/>
                <a:tab pos="3287291" algn="l"/>
              </a:tabLst>
            </a:pPr>
            <a:r>
              <a:rPr lang="de-DE" sz="1728" spc="152" dirty="0">
                <a:solidFill>
                  <a:srgbClr val="205379"/>
                </a:solidFill>
                <a:latin typeface="Raleway"/>
                <a:cs typeface="Raleway"/>
              </a:rPr>
              <a:t>KI OPERATED </a:t>
            </a:r>
            <a:r>
              <a:rPr sz="1728" spc="152" dirty="0">
                <a:solidFill>
                  <a:srgbClr val="205379"/>
                </a:solidFill>
                <a:latin typeface="Raleway"/>
                <a:cs typeface="Raleway"/>
              </a:rPr>
              <a:t>AUCTION</a:t>
            </a:r>
            <a:endParaRPr sz="1728" dirty="0">
              <a:latin typeface="Raleway"/>
              <a:cs typeface="Raleway"/>
            </a:endParaRPr>
          </a:p>
          <a:p>
            <a:pPr marL="2310" algn="ctr">
              <a:spcBef>
                <a:spcPts val="531"/>
              </a:spcBef>
              <a:tabLst>
                <a:tab pos="2617665" algn="l"/>
              </a:tabLst>
            </a:pPr>
            <a:r>
              <a:rPr lang="de-DE" sz="1637" dirty="0">
                <a:solidFill>
                  <a:srgbClr val="6FA2D7"/>
                </a:solidFill>
                <a:latin typeface="Raleway"/>
                <a:cs typeface="Raleway"/>
              </a:rPr>
              <a:t>Hybrid </a:t>
            </a:r>
            <a:r>
              <a:rPr sz="1637" dirty="0">
                <a:solidFill>
                  <a:srgbClr val="6FA2D7"/>
                </a:solidFill>
                <a:latin typeface="Raleway"/>
                <a:cs typeface="Raleway"/>
              </a:rPr>
              <a:t>self-stabilizing</a:t>
            </a:r>
            <a:r>
              <a:rPr lang="de-DE" sz="1637" dirty="0">
                <a:solidFill>
                  <a:srgbClr val="6FA2D7"/>
                </a:solidFill>
                <a:latin typeface="Raleway"/>
                <a:cs typeface="Raleway"/>
              </a:rPr>
              <a:t> </a:t>
            </a:r>
            <a:r>
              <a:rPr sz="1637" spc="-6" dirty="0">
                <a:solidFill>
                  <a:srgbClr val="6FA2D7"/>
                </a:solidFill>
                <a:latin typeface="Raleway"/>
                <a:cs typeface="Raleway"/>
              </a:rPr>
              <a:t>control-loop</a:t>
            </a:r>
            <a:r>
              <a:rPr lang="de-DE" sz="1637" spc="-6" dirty="0">
                <a:solidFill>
                  <a:srgbClr val="6FA2D7"/>
                </a:solidFill>
                <a:latin typeface="Raleway"/>
                <a:cs typeface="Raleway"/>
              </a:rPr>
              <a:t> and </a:t>
            </a:r>
            <a:r>
              <a:rPr lang="de-DE" sz="1637" spc="-6" dirty="0" err="1">
                <a:solidFill>
                  <a:srgbClr val="6FA2D7"/>
                </a:solidFill>
                <a:latin typeface="Raleway"/>
                <a:cs typeface="Raleway"/>
              </a:rPr>
              <a:t>market</a:t>
            </a:r>
            <a:endParaRPr sz="1637" dirty="0">
              <a:latin typeface="Raleway"/>
              <a:cs typeface="Raleway"/>
            </a:endParaRPr>
          </a:p>
        </p:txBody>
      </p:sp>
      <p:sp>
        <p:nvSpPr>
          <p:cNvPr id="44" name="object 65">
            <a:extLst>
              <a:ext uri="{FF2B5EF4-FFF2-40B4-BE49-F238E27FC236}">
                <a16:creationId xmlns:a16="http://schemas.microsoft.com/office/drawing/2014/main" id="{122B90D5-215B-65DF-9F88-5A32FF0873A9}"/>
              </a:ext>
            </a:extLst>
          </p:cNvPr>
          <p:cNvSpPr txBox="1">
            <a:spLocks/>
          </p:cNvSpPr>
          <p:nvPr/>
        </p:nvSpPr>
        <p:spPr>
          <a:xfrm>
            <a:off x="1586043" y="814861"/>
            <a:ext cx="2488367" cy="276405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lnSpc>
                <a:spcPct val="100000"/>
              </a:lnSpc>
              <a:spcBef>
                <a:spcPts val="82"/>
              </a:spcBef>
              <a:tabLst>
                <a:tab pos="856767" algn="l"/>
                <a:tab pos="1266861" algn="l"/>
                <a:tab pos="1840606" algn="l"/>
                <a:tab pos="2408190" algn="l"/>
              </a:tabLst>
            </a:pPr>
            <a:r>
              <a:rPr lang="de-DE" sz="1728" spc="100">
                <a:latin typeface="Raleway" pitchFamily="2" charset="77"/>
              </a:rPr>
              <a:t>STATE	OF	</a:t>
            </a:r>
            <a:r>
              <a:rPr lang="de-DE" sz="1728" spc="127">
                <a:latin typeface="Raleway" pitchFamily="2" charset="77"/>
              </a:rPr>
              <a:t>THE	</a:t>
            </a:r>
            <a:r>
              <a:rPr lang="de-DE" sz="1728" spc="121">
                <a:latin typeface="Raleway" pitchFamily="2" charset="77"/>
              </a:rPr>
              <a:t>ART	</a:t>
            </a:r>
            <a:r>
              <a:rPr lang="de-DE" sz="1728" spc="-267">
                <a:latin typeface="Raleway" pitchFamily="2" charset="77"/>
              </a:rPr>
              <a:t> </a:t>
            </a:r>
            <a:endParaRPr lang="de-DE" sz="1728" dirty="0">
              <a:latin typeface="Raleway" pitchFamily="2" charset="77"/>
            </a:endParaRPr>
          </a:p>
        </p:txBody>
      </p:sp>
      <p:grpSp>
        <p:nvGrpSpPr>
          <p:cNvPr id="45" name="object 66">
            <a:extLst>
              <a:ext uri="{FF2B5EF4-FFF2-40B4-BE49-F238E27FC236}">
                <a16:creationId xmlns:a16="http://schemas.microsoft.com/office/drawing/2014/main" id="{0BD25476-D83A-6548-5896-CC2FE299353E}"/>
              </a:ext>
            </a:extLst>
          </p:cNvPr>
          <p:cNvGrpSpPr/>
          <p:nvPr/>
        </p:nvGrpSpPr>
        <p:grpSpPr>
          <a:xfrm>
            <a:off x="2888548" y="3346954"/>
            <a:ext cx="128997" cy="1139791"/>
            <a:chOff x="4762724" y="5519375"/>
            <a:chExt cx="212725" cy="1879600"/>
          </a:xfrm>
        </p:grpSpPr>
        <p:sp>
          <p:nvSpPr>
            <p:cNvPr id="46" name="object 67">
              <a:extLst>
                <a:ext uri="{FF2B5EF4-FFF2-40B4-BE49-F238E27FC236}">
                  <a16:creationId xmlns:a16="http://schemas.microsoft.com/office/drawing/2014/main" id="{E9AEB133-AE38-57DA-FC84-8AFB87E08834}"/>
                </a:ext>
              </a:extLst>
            </p:cNvPr>
            <p:cNvSpPr/>
            <p:nvPr/>
          </p:nvSpPr>
          <p:spPr>
            <a:xfrm>
              <a:off x="4868948" y="5611327"/>
              <a:ext cx="0" cy="1787525"/>
            </a:xfrm>
            <a:custGeom>
              <a:avLst/>
              <a:gdLst/>
              <a:ahLst/>
              <a:cxnLst/>
              <a:rect l="l" t="t" r="r" b="b"/>
              <a:pathLst>
                <a:path h="1787525">
                  <a:moveTo>
                    <a:pt x="0" y="1787181"/>
                  </a:moveTo>
                  <a:lnTo>
                    <a:pt x="0" y="0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7" name="object 68">
              <a:extLst>
                <a:ext uri="{FF2B5EF4-FFF2-40B4-BE49-F238E27FC236}">
                  <a16:creationId xmlns:a16="http://schemas.microsoft.com/office/drawing/2014/main" id="{7053606D-C91F-C1F6-7918-51AA6D1D828A}"/>
                </a:ext>
              </a:extLst>
            </p:cNvPr>
            <p:cNvSpPr/>
            <p:nvPr/>
          </p:nvSpPr>
          <p:spPr>
            <a:xfrm>
              <a:off x="4762724" y="5519375"/>
              <a:ext cx="212725" cy="106680"/>
            </a:xfrm>
            <a:custGeom>
              <a:avLst/>
              <a:gdLst/>
              <a:ahLst/>
              <a:cxnLst/>
              <a:rect l="l" t="t" r="r" b="b"/>
              <a:pathLst>
                <a:path w="212725" h="106679">
                  <a:moveTo>
                    <a:pt x="106227" y="0"/>
                  </a:moveTo>
                  <a:lnTo>
                    <a:pt x="0" y="106195"/>
                  </a:lnTo>
                  <a:lnTo>
                    <a:pt x="212443" y="106195"/>
                  </a:lnTo>
                  <a:lnTo>
                    <a:pt x="106227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8" name="object 69">
            <a:extLst>
              <a:ext uri="{FF2B5EF4-FFF2-40B4-BE49-F238E27FC236}">
                <a16:creationId xmlns:a16="http://schemas.microsoft.com/office/drawing/2014/main" id="{3045142C-2431-F0E0-5DE7-2BEF69F1A3D2}"/>
              </a:ext>
            </a:extLst>
          </p:cNvPr>
          <p:cNvGrpSpPr/>
          <p:nvPr/>
        </p:nvGrpSpPr>
        <p:grpSpPr>
          <a:xfrm>
            <a:off x="3247812" y="3346953"/>
            <a:ext cx="128997" cy="1139791"/>
            <a:chOff x="5355176" y="5519373"/>
            <a:chExt cx="212725" cy="1879600"/>
          </a:xfrm>
        </p:grpSpPr>
        <p:sp>
          <p:nvSpPr>
            <p:cNvPr id="49" name="object 70">
              <a:extLst>
                <a:ext uri="{FF2B5EF4-FFF2-40B4-BE49-F238E27FC236}">
                  <a16:creationId xmlns:a16="http://schemas.microsoft.com/office/drawing/2014/main" id="{D7D1EB70-3C7F-19F7-384E-9953D305F5C7}"/>
                </a:ext>
              </a:extLst>
            </p:cNvPr>
            <p:cNvSpPr/>
            <p:nvPr/>
          </p:nvSpPr>
          <p:spPr>
            <a:xfrm>
              <a:off x="5461399" y="5519373"/>
              <a:ext cx="0" cy="1787525"/>
            </a:xfrm>
            <a:custGeom>
              <a:avLst/>
              <a:gdLst/>
              <a:ahLst/>
              <a:cxnLst/>
              <a:rect l="l" t="t" r="r" b="b"/>
              <a:pathLst>
                <a:path h="1787525">
                  <a:moveTo>
                    <a:pt x="0" y="1787181"/>
                  </a:moveTo>
                  <a:lnTo>
                    <a:pt x="0" y="0"/>
                  </a:lnTo>
                </a:path>
              </a:pathLst>
            </a:custGeom>
            <a:ln w="29150">
              <a:solidFill>
                <a:srgbClr val="6FA2D7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0" name="object 71">
              <a:extLst>
                <a:ext uri="{FF2B5EF4-FFF2-40B4-BE49-F238E27FC236}">
                  <a16:creationId xmlns:a16="http://schemas.microsoft.com/office/drawing/2014/main" id="{26421B04-62C6-DD2E-2099-A3E39BC111C1}"/>
                </a:ext>
              </a:extLst>
            </p:cNvPr>
            <p:cNvSpPr/>
            <p:nvPr/>
          </p:nvSpPr>
          <p:spPr>
            <a:xfrm>
              <a:off x="5355176" y="7292311"/>
              <a:ext cx="212725" cy="106680"/>
            </a:xfrm>
            <a:custGeom>
              <a:avLst/>
              <a:gdLst/>
              <a:ahLst/>
              <a:cxnLst/>
              <a:rect l="l" t="t" r="r" b="b"/>
              <a:pathLst>
                <a:path w="212725" h="106679">
                  <a:moveTo>
                    <a:pt x="212443" y="0"/>
                  </a:moveTo>
                  <a:lnTo>
                    <a:pt x="0" y="0"/>
                  </a:lnTo>
                  <a:lnTo>
                    <a:pt x="106227" y="106195"/>
                  </a:lnTo>
                  <a:lnTo>
                    <a:pt x="212443" y="0"/>
                  </a:lnTo>
                  <a:close/>
                </a:path>
              </a:pathLst>
            </a:custGeom>
            <a:solidFill>
              <a:srgbClr val="6FA2D7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pic>
        <p:nvPicPr>
          <p:cNvPr id="51" name="object 72">
            <a:extLst>
              <a:ext uri="{FF2B5EF4-FFF2-40B4-BE49-F238E27FC236}">
                <a16:creationId xmlns:a16="http://schemas.microsoft.com/office/drawing/2014/main" id="{CE1FB7FD-6D8C-A388-322D-CA2E9B00C9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0069" y="4618359"/>
            <a:ext cx="888429" cy="888429"/>
          </a:xfrm>
          <a:prstGeom prst="rect">
            <a:avLst/>
          </a:prstGeom>
        </p:spPr>
      </p:pic>
      <p:grpSp>
        <p:nvGrpSpPr>
          <p:cNvPr id="52" name="object 73">
            <a:extLst>
              <a:ext uri="{FF2B5EF4-FFF2-40B4-BE49-F238E27FC236}">
                <a16:creationId xmlns:a16="http://schemas.microsoft.com/office/drawing/2014/main" id="{C6C17020-44AE-D245-15EA-26FF55B5C302}"/>
              </a:ext>
            </a:extLst>
          </p:cNvPr>
          <p:cNvGrpSpPr/>
          <p:nvPr/>
        </p:nvGrpSpPr>
        <p:grpSpPr>
          <a:xfrm>
            <a:off x="4029915" y="4719959"/>
            <a:ext cx="888729" cy="888729"/>
            <a:chOff x="6644922" y="7783562"/>
            <a:chExt cx="1465580" cy="1465580"/>
          </a:xfrm>
        </p:grpSpPr>
        <p:sp>
          <p:nvSpPr>
            <p:cNvPr id="53" name="object 74">
              <a:extLst>
                <a:ext uri="{FF2B5EF4-FFF2-40B4-BE49-F238E27FC236}">
                  <a16:creationId xmlns:a16="http://schemas.microsoft.com/office/drawing/2014/main" id="{BE35B5F2-4627-5E12-DC5A-8449ABE017C2}"/>
                </a:ext>
              </a:extLst>
            </p:cNvPr>
            <p:cNvSpPr/>
            <p:nvPr/>
          </p:nvSpPr>
          <p:spPr>
            <a:xfrm>
              <a:off x="6644922" y="7783562"/>
              <a:ext cx="1465580" cy="1465580"/>
            </a:xfrm>
            <a:custGeom>
              <a:avLst/>
              <a:gdLst/>
              <a:ahLst/>
              <a:cxnLst/>
              <a:rect l="l" t="t" r="r" b="b"/>
              <a:pathLst>
                <a:path w="1465579" h="1465579">
                  <a:moveTo>
                    <a:pt x="732543" y="0"/>
                  </a:moveTo>
                  <a:lnTo>
                    <a:pt x="684378" y="1558"/>
                  </a:lnTo>
                  <a:lnTo>
                    <a:pt x="637044" y="6168"/>
                  </a:lnTo>
                  <a:lnTo>
                    <a:pt x="590640" y="13733"/>
                  </a:lnTo>
                  <a:lnTo>
                    <a:pt x="545260" y="24158"/>
                  </a:lnTo>
                  <a:lnTo>
                    <a:pt x="501002" y="37345"/>
                  </a:lnTo>
                  <a:lnTo>
                    <a:pt x="457962" y="53198"/>
                  </a:lnTo>
                  <a:lnTo>
                    <a:pt x="416236" y="71620"/>
                  </a:lnTo>
                  <a:lnTo>
                    <a:pt x="375921" y="92515"/>
                  </a:lnTo>
                  <a:lnTo>
                    <a:pt x="337114" y="115786"/>
                  </a:lnTo>
                  <a:lnTo>
                    <a:pt x="299911" y="141337"/>
                  </a:lnTo>
                  <a:lnTo>
                    <a:pt x="264409" y="169072"/>
                  </a:lnTo>
                  <a:lnTo>
                    <a:pt x="230704" y="198893"/>
                  </a:lnTo>
                  <a:lnTo>
                    <a:pt x="198893" y="230704"/>
                  </a:lnTo>
                  <a:lnTo>
                    <a:pt x="169072" y="264409"/>
                  </a:lnTo>
                  <a:lnTo>
                    <a:pt x="141337" y="299911"/>
                  </a:lnTo>
                  <a:lnTo>
                    <a:pt x="115786" y="337114"/>
                  </a:lnTo>
                  <a:lnTo>
                    <a:pt x="92515" y="375921"/>
                  </a:lnTo>
                  <a:lnTo>
                    <a:pt x="71620" y="416236"/>
                  </a:lnTo>
                  <a:lnTo>
                    <a:pt x="53198" y="457962"/>
                  </a:lnTo>
                  <a:lnTo>
                    <a:pt x="37345" y="501002"/>
                  </a:lnTo>
                  <a:lnTo>
                    <a:pt x="24158" y="545260"/>
                  </a:lnTo>
                  <a:lnTo>
                    <a:pt x="13733" y="590640"/>
                  </a:lnTo>
                  <a:lnTo>
                    <a:pt x="6168" y="637044"/>
                  </a:lnTo>
                  <a:lnTo>
                    <a:pt x="1558" y="684378"/>
                  </a:lnTo>
                  <a:lnTo>
                    <a:pt x="0" y="732543"/>
                  </a:lnTo>
                  <a:lnTo>
                    <a:pt x="1558" y="780708"/>
                  </a:lnTo>
                  <a:lnTo>
                    <a:pt x="6168" y="828041"/>
                  </a:lnTo>
                  <a:lnTo>
                    <a:pt x="13733" y="874446"/>
                  </a:lnTo>
                  <a:lnTo>
                    <a:pt x="24158" y="919825"/>
                  </a:lnTo>
                  <a:lnTo>
                    <a:pt x="37345" y="964084"/>
                  </a:lnTo>
                  <a:lnTo>
                    <a:pt x="53198" y="1007124"/>
                  </a:lnTo>
                  <a:lnTo>
                    <a:pt x="71620" y="1048849"/>
                  </a:lnTo>
                  <a:lnTo>
                    <a:pt x="92515" y="1089164"/>
                  </a:lnTo>
                  <a:lnTo>
                    <a:pt x="115786" y="1127971"/>
                  </a:lnTo>
                  <a:lnTo>
                    <a:pt x="141337" y="1165174"/>
                  </a:lnTo>
                  <a:lnTo>
                    <a:pt x="169072" y="1200676"/>
                  </a:lnTo>
                  <a:lnTo>
                    <a:pt x="198893" y="1234381"/>
                  </a:lnTo>
                  <a:lnTo>
                    <a:pt x="230704" y="1266192"/>
                  </a:lnTo>
                  <a:lnTo>
                    <a:pt x="264409" y="1296014"/>
                  </a:lnTo>
                  <a:lnTo>
                    <a:pt x="299911" y="1323748"/>
                  </a:lnTo>
                  <a:lnTo>
                    <a:pt x="337114" y="1349299"/>
                  </a:lnTo>
                  <a:lnTo>
                    <a:pt x="375921" y="1372570"/>
                  </a:lnTo>
                  <a:lnTo>
                    <a:pt x="416236" y="1393465"/>
                  </a:lnTo>
                  <a:lnTo>
                    <a:pt x="457962" y="1411888"/>
                  </a:lnTo>
                  <a:lnTo>
                    <a:pt x="501002" y="1427740"/>
                  </a:lnTo>
                  <a:lnTo>
                    <a:pt x="545260" y="1440927"/>
                  </a:lnTo>
                  <a:lnTo>
                    <a:pt x="590640" y="1451352"/>
                  </a:lnTo>
                  <a:lnTo>
                    <a:pt x="637044" y="1458917"/>
                  </a:lnTo>
                  <a:lnTo>
                    <a:pt x="684378" y="1463528"/>
                  </a:lnTo>
                  <a:lnTo>
                    <a:pt x="732543" y="1465086"/>
                  </a:lnTo>
                  <a:lnTo>
                    <a:pt x="780708" y="1463528"/>
                  </a:lnTo>
                  <a:lnTo>
                    <a:pt x="828041" y="1458917"/>
                  </a:lnTo>
                  <a:lnTo>
                    <a:pt x="874446" y="1451352"/>
                  </a:lnTo>
                  <a:lnTo>
                    <a:pt x="919825" y="1440927"/>
                  </a:lnTo>
                  <a:lnTo>
                    <a:pt x="964084" y="1427740"/>
                  </a:lnTo>
                  <a:lnTo>
                    <a:pt x="1007124" y="1411888"/>
                  </a:lnTo>
                  <a:lnTo>
                    <a:pt x="1048849" y="1393465"/>
                  </a:lnTo>
                  <a:lnTo>
                    <a:pt x="1089164" y="1372570"/>
                  </a:lnTo>
                  <a:lnTo>
                    <a:pt x="1127971" y="1349299"/>
                  </a:lnTo>
                  <a:lnTo>
                    <a:pt x="1165174" y="1323748"/>
                  </a:lnTo>
                  <a:lnTo>
                    <a:pt x="1200676" y="1296014"/>
                  </a:lnTo>
                  <a:lnTo>
                    <a:pt x="1234381" y="1266192"/>
                  </a:lnTo>
                  <a:lnTo>
                    <a:pt x="1266192" y="1234381"/>
                  </a:lnTo>
                  <a:lnTo>
                    <a:pt x="1296014" y="1200676"/>
                  </a:lnTo>
                  <a:lnTo>
                    <a:pt x="1323748" y="1165174"/>
                  </a:lnTo>
                  <a:lnTo>
                    <a:pt x="1349299" y="1127971"/>
                  </a:lnTo>
                  <a:lnTo>
                    <a:pt x="1372570" y="1089164"/>
                  </a:lnTo>
                  <a:lnTo>
                    <a:pt x="1393465" y="1048849"/>
                  </a:lnTo>
                  <a:lnTo>
                    <a:pt x="1411888" y="1007124"/>
                  </a:lnTo>
                  <a:lnTo>
                    <a:pt x="1427740" y="964084"/>
                  </a:lnTo>
                  <a:lnTo>
                    <a:pt x="1440927" y="919825"/>
                  </a:lnTo>
                  <a:lnTo>
                    <a:pt x="1451352" y="874446"/>
                  </a:lnTo>
                  <a:lnTo>
                    <a:pt x="1458917" y="828041"/>
                  </a:lnTo>
                  <a:lnTo>
                    <a:pt x="1463528" y="780708"/>
                  </a:lnTo>
                  <a:lnTo>
                    <a:pt x="1465086" y="732543"/>
                  </a:lnTo>
                  <a:lnTo>
                    <a:pt x="1463528" y="684378"/>
                  </a:lnTo>
                  <a:lnTo>
                    <a:pt x="1458917" y="637044"/>
                  </a:lnTo>
                  <a:lnTo>
                    <a:pt x="1451352" y="590640"/>
                  </a:lnTo>
                  <a:lnTo>
                    <a:pt x="1440927" y="545260"/>
                  </a:lnTo>
                  <a:lnTo>
                    <a:pt x="1427740" y="501002"/>
                  </a:lnTo>
                  <a:lnTo>
                    <a:pt x="1411888" y="457962"/>
                  </a:lnTo>
                  <a:lnTo>
                    <a:pt x="1393465" y="416236"/>
                  </a:lnTo>
                  <a:lnTo>
                    <a:pt x="1372570" y="375921"/>
                  </a:lnTo>
                  <a:lnTo>
                    <a:pt x="1349299" y="337114"/>
                  </a:lnTo>
                  <a:lnTo>
                    <a:pt x="1323748" y="299911"/>
                  </a:lnTo>
                  <a:lnTo>
                    <a:pt x="1296014" y="264409"/>
                  </a:lnTo>
                  <a:lnTo>
                    <a:pt x="1266192" y="230704"/>
                  </a:lnTo>
                  <a:lnTo>
                    <a:pt x="1234381" y="198893"/>
                  </a:lnTo>
                  <a:lnTo>
                    <a:pt x="1200676" y="169072"/>
                  </a:lnTo>
                  <a:lnTo>
                    <a:pt x="1165174" y="141337"/>
                  </a:lnTo>
                  <a:lnTo>
                    <a:pt x="1127971" y="115786"/>
                  </a:lnTo>
                  <a:lnTo>
                    <a:pt x="1089164" y="92515"/>
                  </a:lnTo>
                  <a:lnTo>
                    <a:pt x="1048849" y="71620"/>
                  </a:lnTo>
                  <a:lnTo>
                    <a:pt x="1007124" y="53198"/>
                  </a:lnTo>
                  <a:lnTo>
                    <a:pt x="964084" y="37345"/>
                  </a:lnTo>
                  <a:lnTo>
                    <a:pt x="919825" y="24158"/>
                  </a:lnTo>
                  <a:lnTo>
                    <a:pt x="874446" y="13733"/>
                  </a:lnTo>
                  <a:lnTo>
                    <a:pt x="828041" y="6168"/>
                  </a:lnTo>
                  <a:lnTo>
                    <a:pt x="780708" y="1558"/>
                  </a:lnTo>
                  <a:lnTo>
                    <a:pt x="732543" y="0"/>
                  </a:lnTo>
                  <a:close/>
                </a:path>
              </a:pathLst>
            </a:custGeom>
            <a:solidFill>
              <a:srgbClr val="C6D3EB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4" name="object 75">
              <a:extLst>
                <a:ext uri="{FF2B5EF4-FFF2-40B4-BE49-F238E27FC236}">
                  <a16:creationId xmlns:a16="http://schemas.microsoft.com/office/drawing/2014/main" id="{C2E21B1C-1403-5167-2F35-DA7D40A3EE24}"/>
                </a:ext>
              </a:extLst>
            </p:cNvPr>
            <p:cNvSpPr/>
            <p:nvPr/>
          </p:nvSpPr>
          <p:spPr>
            <a:xfrm>
              <a:off x="6993294" y="8104653"/>
              <a:ext cx="768350" cy="822960"/>
            </a:xfrm>
            <a:custGeom>
              <a:avLst/>
              <a:gdLst/>
              <a:ahLst/>
              <a:cxnLst/>
              <a:rect l="l" t="t" r="r" b="b"/>
              <a:pathLst>
                <a:path w="768350" h="822959">
                  <a:moveTo>
                    <a:pt x="259084" y="357446"/>
                  </a:moveTo>
                  <a:lnTo>
                    <a:pt x="248851" y="360931"/>
                  </a:lnTo>
                  <a:lnTo>
                    <a:pt x="189815" y="394103"/>
                  </a:lnTo>
                  <a:lnTo>
                    <a:pt x="172494" y="403778"/>
                  </a:lnTo>
                  <a:lnTo>
                    <a:pt x="3528" y="497419"/>
                  </a:lnTo>
                  <a:lnTo>
                    <a:pt x="0" y="503136"/>
                  </a:lnTo>
                  <a:lnTo>
                    <a:pt x="106" y="561113"/>
                  </a:lnTo>
                  <a:lnTo>
                    <a:pt x="206" y="804017"/>
                  </a:lnTo>
                  <a:lnTo>
                    <a:pt x="1084" y="812811"/>
                  </a:lnTo>
                  <a:lnTo>
                    <a:pt x="4206" y="818774"/>
                  </a:lnTo>
                  <a:lnTo>
                    <a:pt x="10057" y="821956"/>
                  </a:lnTo>
                  <a:lnTo>
                    <a:pt x="19172" y="822896"/>
                  </a:lnTo>
                  <a:lnTo>
                    <a:pt x="749600" y="822896"/>
                  </a:lnTo>
                  <a:lnTo>
                    <a:pt x="758468" y="821947"/>
                  </a:lnTo>
                  <a:lnTo>
                    <a:pt x="764247" y="818774"/>
                  </a:lnTo>
                  <a:lnTo>
                    <a:pt x="767365" y="812970"/>
                  </a:lnTo>
                  <a:lnTo>
                    <a:pt x="768311" y="804017"/>
                  </a:lnTo>
                  <a:lnTo>
                    <a:pt x="768311" y="795179"/>
                  </a:lnTo>
                  <a:lnTo>
                    <a:pt x="27538" y="795179"/>
                  </a:lnTo>
                  <a:lnTo>
                    <a:pt x="27450" y="561113"/>
                  </a:lnTo>
                  <a:lnTo>
                    <a:pt x="27349" y="517293"/>
                  </a:lnTo>
                  <a:lnTo>
                    <a:pt x="29569" y="514235"/>
                  </a:lnTo>
                  <a:lnTo>
                    <a:pt x="240872" y="397108"/>
                  </a:lnTo>
                  <a:lnTo>
                    <a:pt x="243416" y="395841"/>
                  </a:lnTo>
                  <a:lnTo>
                    <a:pt x="247196" y="393872"/>
                  </a:lnTo>
                  <a:lnTo>
                    <a:pt x="274598" y="393872"/>
                  </a:lnTo>
                  <a:lnTo>
                    <a:pt x="274815" y="378899"/>
                  </a:lnTo>
                  <a:lnTo>
                    <a:pt x="274724" y="375747"/>
                  </a:lnTo>
                  <a:lnTo>
                    <a:pt x="272998" y="365522"/>
                  </a:lnTo>
                  <a:lnTo>
                    <a:pt x="267438" y="359075"/>
                  </a:lnTo>
                  <a:lnTo>
                    <a:pt x="259084" y="357446"/>
                  </a:lnTo>
                  <a:close/>
                </a:path>
                <a:path w="768350" h="822959">
                  <a:moveTo>
                    <a:pt x="384233" y="699316"/>
                  </a:moveTo>
                  <a:lnTo>
                    <a:pt x="265824" y="699381"/>
                  </a:lnTo>
                  <a:lnTo>
                    <a:pt x="260735" y="704648"/>
                  </a:lnTo>
                  <a:lnTo>
                    <a:pt x="260662" y="795179"/>
                  </a:lnTo>
                  <a:lnTo>
                    <a:pt x="288640" y="795179"/>
                  </a:lnTo>
                  <a:lnTo>
                    <a:pt x="288640" y="727370"/>
                  </a:lnTo>
                  <a:lnTo>
                    <a:pt x="398710" y="727370"/>
                  </a:lnTo>
                  <a:lnTo>
                    <a:pt x="398710" y="727223"/>
                  </a:lnTo>
                  <a:lnTo>
                    <a:pt x="507811" y="727223"/>
                  </a:lnTo>
                  <a:lnTo>
                    <a:pt x="507722" y="704648"/>
                  </a:lnTo>
                  <a:lnTo>
                    <a:pt x="502644" y="699381"/>
                  </a:lnTo>
                  <a:lnTo>
                    <a:pt x="384233" y="699316"/>
                  </a:lnTo>
                  <a:close/>
                </a:path>
                <a:path w="768350" h="822959">
                  <a:moveTo>
                    <a:pt x="398710" y="727370"/>
                  </a:moveTo>
                  <a:lnTo>
                    <a:pt x="369894" y="727370"/>
                  </a:lnTo>
                  <a:lnTo>
                    <a:pt x="369894" y="795179"/>
                  </a:lnTo>
                  <a:lnTo>
                    <a:pt x="768311" y="795179"/>
                  </a:lnTo>
                  <a:lnTo>
                    <a:pt x="768311" y="794939"/>
                  </a:lnTo>
                  <a:lnTo>
                    <a:pt x="507816" y="794939"/>
                  </a:lnTo>
                  <a:lnTo>
                    <a:pt x="398710" y="794865"/>
                  </a:lnTo>
                  <a:lnTo>
                    <a:pt x="398710" y="727370"/>
                  </a:lnTo>
                  <a:close/>
                </a:path>
                <a:path w="768350" h="822959">
                  <a:moveTo>
                    <a:pt x="768301" y="394050"/>
                  </a:moveTo>
                  <a:lnTo>
                    <a:pt x="740291" y="394050"/>
                  </a:lnTo>
                  <a:lnTo>
                    <a:pt x="740291" y="794939"/>
                  </a:lnTo>
                  <a:lnTo>
                    <a:pt x="768311" y="794939"/>
                  </a:lnTo>
                  <a:lnTo>
                    <a:pt x="768301" y="394050"/>
                  </a:lnTo>
                  <a:close/>
                </a:path>
                <a:path w="768350" h="822959">
                  <a:moveTo>
                    <a:pt x="507811" y="727223"/>
                  </a:moveTo>
                  <a:lnTo>
                    <a:pt x="479681" y="727223"/>
                  </a:lnTo>
                  <a:lnTo>
                    <a:pt x="479681" y="794865"/>
                  </a:lnTo>
                  <a:lnTo>
                    <a:pt x="507816" y="794865"/>
                  </a:lnTo>
                  <a:lnTo>
                    <a:pt x="507811" y="727223"/>
                  </a:lnTo>
                  <a:close/>
                </a:path>
                <a:path w="768350" h="822959">
                  <a:moveTo>
                    <a:pt x="274598" y="393872"/>
                  </a:moveTo>
                  <a:lnTo>
                    <a:pt x="247196" y="393872"/>
                  </a:lnTo>
                  <a:lnTo>
                    <a:pt x="247303" y="503136"/>
                  </a:lnTo>
                  <a:lnTo>
                    <a:pt x="248969" y="513242"/>
                  </a:lnTo>
                  <a:lnTo>
                    <a:pt x="253895" y="519358"/>
                  </a:lnTo>
                  <a:lnTo>
                    <a:pt x="261597" y="520727"/>
                  </a:lnTo>
                  <a:lnTo>
                    <a:pt x="271677" y="517115"/>
                  </a:lnTo>
                  <a:lnTo>
                    <a:pt x="331692" y="483775"/>
                  </a:lnTo>
                  <a:lnTo>
                    <a:pt x="274630" y="483775"/>
                  </a:lnTo>
                  <a:lnTo>
                    <a:pt x="274521" y="440338"/>
                  </a:lnTo>
                  <a:lnTo>
                    <a:pt x="274598" y="393872"/>
                  </a:lnTo>
                  <a:close/>
                </a:path>
                <a:path w="768350" h="822959">
                  <a:moveTo>
                    <a:pt x="521277" y="394103"/>
                  </a:moveTo>
                  <a:lnTo>
                    <a:pt x="493838" y="394103"/>
                  </a:lnTo>
                  <a:lnTo>
                    <a:pt x="493848" y="501743"/>
                  </a:lnTo>
                  <a:lnTo>
                    <a:pt x="495612" y="512920"/>
                  </a:lnTo>
                  <a:lnTo>
                    <a:pt x="500639" y="519274"/>
                  </a:lnTo>
                  <a:lnTo>
                    <a:pt x="508602" y="520615"/>
                  </a:lnTo>
                  <a:lnTo>
                    <a:pt x="519177" y="516748"/>
                  </a:lnTo>
                  <a:lnTo>
                    <a:pt x="577887" y="484142"/>
                  </a:lnTo>
                  <a:lnTo>
                    <a:pt x="521272" y="484142"/>
                  </a:lnTo>
                  <a:lnTo>
                    <a:pt x="521277" y="394103"/>
                  </a:lnTo>
                  <a:close/>
                </a:path>
                <a:path w="768350" h="822959">
                  <a:moveTo>
                    <a:pt x="689612" y="0"/>
                  </a:moveTo>
                  <a:lnTo>
                    <a:pt x="586746" y="0"/>
                  </a:lnTo>
                  <a:lnTo>
                    <a:pt x="576474" y="4020"/>
                  </a:lnTo>
                  <a:lnTo>
                    <a:pt x="576087" y="12879"/>
                  </a:lnTo>
                  <a:lnTo>
                    <a:pt x="569891" y="235214"/>
                  </a:lnTo>
                  <a:lnTo>
                    <a:pt x="565050" y="413994"/>
                  </a:lnTo>
                  <a:lnTo>
                    <a:pt x="563909" y="457640"/>
                  </a:lnTo>
                  <a:lnTo>
                    <a:pt x="561323" y="463033"/>
                  </a:lnTo>
                  <a:lnTo>
                    <a:pt x="552852" y="466907"/>
                  </a:lnTo>
                  <a:lnTo>
                    <a:pt x="545050" y="470756"/>
                  </a:lnTo>
                  <a:lnTo>
                    <a:pt x="537309" y="475002"/>
                  </a:lnTo>
                  <a:lnTo>
                    <a:pt x="521272" y="484142"/>
                  </a:lnTo>
                  <a:lnTo>
                    <a:pt x="577887" y="484142"/>
                  </a:lnTo>
                  <a:lnTo>
                    <a:pt x="648511" y="444918"/>
                  </a:lnTo>
                  <a:lnTo>
                    <a:pt x="591332" y="444918"/>
                  </a:lnTo>
                  <a:lnTo>
                    <a:pt x="601709" y="82657"/>
                  </a:lnTo>
                  <a:lnTo>
                    <a:pt x="701609" y="82657"/>
                  </a:lnTo>
                  <a:lnTo>
                    <a:pt x="700821" y="54103"/>
                  </a:lnTo>
                  <a:lnTo>
                    <a:pt x="603321" y="54103"/>
                  </a:lnTo>
                  <a:lnTo>
                    <a:pt x="603321" y="27852"/>
                  </a:lnTo>
                  <a:lnTo>
                    <a:pt x="700108" y="27852"/>
                  </a:lnTo>
                  <a:lnTo>
                    <a:pt x="699622" y="9989"/>
                  </a:lnTo>
                  <a:lnTo>
                    <a:pt x="697245" y="3738"/>
                  </a:lnTo>
                  <a:lnTo>
                    <a:pt x="689612" y="0"/>
                  </a:lnTo>
                  <a:close/>
                </a:path>
                <a:path w="768350" h="822959">
                  <a:moveTo>
                    <a:pt x="506832" y="356879"/>
                  </a:moveTo>
                  <a:lnTo>
                    <a:pt x="500895" y="358596"/>
                  </a:lnTo>
                  <a:lnTo>
                    <a:pt x="436641" y="394103"/>
                  </a:lnTo>
                  <a:lnTo>
                    <a:pt x="419170" y="403778"/>
                  </a:lnTo>
                  <a:lnTo>
                    <a:pt x="280672" y="480665"/>
                  </a:lnTo>
                  <a:lnTo>
                    <a:pt x="278138" y="481932"/>
                  </a:lnTo>
                  <a:lnTo>
                    <a:pt x="274630" y="483775"/>
                  </a:lnTo>
                  <a:lnTo>
                    <a:pt x="331692" y="483775"/>
                  </a:lnTo>
                  <a:lnTo>
                    <a:pt x="487461" y="397244"/>
                  </a:lnTo>
                  <a:lnTo>
                    <a:pt x="490058" y="396019"/>
                  </a:lnTo>
                  <a:lnTo>
                    <a:pt x="493838" y="394103"/>
                  </a:lnTo>
                  <a:lnTo>
                    <a:pt x="521277" y="394103"/>
                  </a:lnTo>
                  <a:lnTo>
                    <a:pt x="521334" y="366365"/>
                  </a:lnTo>
                  <a:lnTo>
                    <a:pt x="519649" y="359224"/>
                  </a:lnTo>
                  <a:lnTo>
                    <a:pt x="506832" y="356879"/>
                  </a:lnTo>
                  <a:close/>
                </a:path>
                <a:path w="768350" h="822959">
                  <a:moveTo>
                    <a:pt x="701609" y="82657"/>
                  </a:moveTo>
                  <a:lnTo>
                    <a:pt x="673906" y="82657"/>
                  </a:lnTo>
                  <a:lnTo>
                    <a:pt x="674188" y="87264"/>
                  </a:lnTo>
                  <a:lnTo>
                    <a:pt x="674565" y="91494"/>
                  </a:lnTo>
                  <a:lnTo>
                    <a:pt x="677448" y="192108"/>
                  </a:lnTo>
                  <a:lnTo>
                    <a:pt x="680241" y="288469"/>
                  </a:lnTo>
                  <a:lnTo>
                    <a:pt x="681682" y="336648"/>
                  </a:lnTo>
                  <a:lnTo>
                    <a:pt x="683392" y="392061"/>
                  </a:lnTo>
                  <a:lnTo>
                    <a:pt x="681183" y="395652"/>
                  </a:lnTo>
                  <a:lnTo>
                    <a:pt x="666131" y="403778"/>
                  </a:lnTo>
                  <a:lnTo>
                    <a:pt x="656067" y="409238"/>
                  </a:lnTo>
                  <a:lnTo>
                    <a:pt x="597489" y="441808"/>
                  </a:lnTo>
                  <a:lnTo>
                    <a:pt x="595123" y="442949"/>
                  </a:lnTo>
                  <a:lnTo>
                    <a:pt x="591332" y="444918"/>
                  </a:lnTo>
                  <a:lnTo>
                    <a:pt x="648511" y="444918"/>
                  </a:lnTo>
                  <a:lnTo>
                    <a:pt x="733370" y="397788"/>
                  </a:lnTo>
                  <a:lnTo>
                    <a:pt x="740291" y="394050"/>
                  </a:lnTo>
                  <a:lnTo>
                    <a:pt x="768301" y="394050"/>
                  </a:lnTo>
                  <a:lnTo>
                    <a:pt x="768301" y="378899"/>
                  </a:lnTo>
                  <a:lnTo>
                    <a:pt x="710795" y="378899"/>
                  </a:lnTo>
                  <a:lnTo>
                    <a:pt x="710480" y="375747"/>
                  </a:lnTo>
                  <a:lnTo>
                    <a:pt x="710145" y="373716"/>
                  </a:lnTo>
                  <a:lnTo>
                    <a:pt x="707984" y="303007"/>
                  </a:lnTo>
                  <a:lnTo>
                    <a:pt x="702746" y="123020"/>
                  </a:lnTo>
                  <a:lnTo>
                    <a:pt x="701609" y="82657"/>
                  </a:lnTo>
                  <a:close/>
                </a:path>
                <a:path w="768350" h="822959">
                  <a:moveTo>
                    <a:pt x="753803" y="357043"/>
                  </a:moveTo>
                  <a:lnTo>
                    <a:pt x="743621" y="360680"/>
                  </a:lnTo>
                  <a:lnTo>
                    <a:pt x="710795" y="378899"/>
                  </a:lnTo>
                  <a:lnTo>
                    <a:pt x="768301" y="378899"/>
                  </a:lnTo>
                  <a:lnTo>
                    <a:pt x="768301" y="374920"/>
                  </a:lnTo>
                  <a:lnTo>
                    <a:pt x="766553" y="364392"/>
                  </a:lnTo>
                  <a:lnTo>
                    <a:pt x="761584" y="358356"/>
                  </a:lnTo>
                  <a:lnTo>
                    <a:pt x="753803" y="357043"/>
                  </a:lnTo>
                  <a:close/>
                </a:path>
                <a:path w="768350" h="822959">
                  <a:moveTo>
                    <a:pt x="700108" y="27852"/>
                  </a:moveTo>
                  <a:lnTo>
                    <a:pt x="672576" y="27852"/>
                  </a:lnTo>
                  <a:lnTo>
                    <a:pt x="672576" y="54103"/>
                  </a:lnTo>
                  <a:lnTo>
                    <a:pt x="700821" y="54103"/>
                  </a:lnTo>
                  <a:lnTo>
                    <a:pt x="700108" y="27852"/>
                  </a:lnTo>
                  <a:close/>
                </a:path>
              </a:pathLst>
            </a:custGeom>
            <a:solidFill>
              <a:srgbClr val="205379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55" name="object 76">
              <a:extLst>
                <a:ext uri="{FF2B5EF4-FFF2-40B4-BE49-F238E27FC236}">
                  <a16:creationId xmlns:a16="http://schemas.microsoft.com/office/drawing/2014/main" id="{A9CC643E-95F8-4E15-4460-39E42D4524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8866" y="8653096"/>
              <a:ext cx="137392" cy="82530"/>
            </a:xfrm>
            <a:prstGeom prst="rect">
              <a:avLst/>
            </a:prstGeom>
          </p:spPr>
        </p:pic>
        <p:pic>
          <p:nvPicPr>
            <p:cNvPr id="56" name="object 77">
              <a:extLst>
                <a:ext uri="{FF2B5EF4-FFF2-40B4-BE49-F238E27FC236}">
                  <a16:creationId xmlns:a16="http://schemas.microsoft.com/office/drawing/2014/main" id="{C327AF17-B16B-2534-28AB-ABBCDFF2862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62203" y="8653071"/>
              <a:ext cx="137000" cy="82568"/>
            </a:xfrm>
            <a:prstGeom prst="rect">
              <a:avLst/>
            </a:prstGeom>
          </p:spPr>
        </p:pic>
        <p:pic>
          <p:nvPicPr>
            <p:cNvPr id="57" name="object 78">
              <a:extLst>
                <a:ext uri="{FF2B5EF4-FFF2-40B4-BE49-F238E27FC236}">
                  <a16:creationId xmlns:a16="http://schemas.microsoft.com/office/drawing/2014/main" id="{C9816B6D-B473-F618-AF01-0033F1CBCCD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55895" y="8653070"/>
              <a:ext cx="136996" cy="82559"/>
            </a:xfrm>
            <a:prstGeom prst="rect">
              <a:avLst/>
            </a:prstGeom>
          </p:spPr>
        </p:pic>
      </p:grpSp>
      <p:sp>
        <p:nvSpPr>
          <p:cNvPr id="58" name="object 79">
            <a:extLst>
              <a:ext uri="{FF2B5EF4-FFF2-40B4-BE49-F238E27FC236}">
                <a16:creationId xmlns:a16="http://schemas.microsoft.com/office/drawing/2014/main" id="{C416C71D-492C-71EE-7AB4-B49C4E9D97A9}"/>
              </a:ext>
            </a:extLst>
          </p:cNvPr>
          <p:cNvSpPr txBox="1"/>
          <p:nvPr/>
        </p:nvSpPr>
        <p:spPr>
          <a:xfrm>
            <a:off x="1966826" y="3779853"/>
            <a:ext cx="794773" cy="45712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142859">
              <a:lnSpc>
                <a:spcPct val="100800"/>
              </a:lnSpc>
              <a:spcBef>
                <a:spcPts val="58"/>
              </a:spcBef>
            </a:pPr>
            <a:r>
              <a:rPr sz="1486" b="1" spc="3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27" dirty="0">
                <a:solidFill>
                  <a:srgbClr val="205379"/>
                </a:solidFill>
                <a:latin typeface="Raleway"/>
                <a:cs typeface="Raleway"/>
              </a:rPr>
              <a:t>ne</a:t>
            </a:r>
            <a:r>
              <a:rPr sz="1486" b="1" spc="-58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486" b="1" dirty="0">
                <a:solidFill>
                  <a:srgbClr val="205379"/>
                </a:solidFill>
                <a:latin typeface="Raleway"/>
                <a:cs typeface="Raleway"/>
              </a:rPr>
              <a:t>gy  </a:t>
            </a:r>
            <a:r>
              <a:rPr sz="1486" b="1" spc="-18" dirty="0">
                <a:solidFill>
                  <a:srgbClr val="205379"/>
                </a:solidFill>
                <a:latin typeface="Raleway"/>
                <a:cs typeface="Raleway"/>
              </a:rPr>
              <a:t>Demand</a:t>
            </a:r>
            <a:endParaRPr sz="1486" dirty="0">
              <a:latin typeface="Raleway"/>
              <a:cs typeface="Raleway"/>
            </a:endParaRPr>
          </a:p>
        </p:txBody>
      </p:sp>
      <p:pic>
        <p:nvPicPr>
          <p:cNvPr id="59" name="object 80">
            <a:extLst>
              <a:ext uri="{FF2B5EF4-FFF2-40B4-BE49-F238E27FC236}">
                <a16:creationId xmlns:a16="http://schemas.microsoft.com/office/drawing/2014/main" id="{C5AC1AF0-4A04-0A2F-4070-94D518C5561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0180" y="4719959"/>
            <a:ext cx="888429" cy="888429"/>
          </a:xfrm>
          <a:prstGeom prst="rect">
            <a:avLst/>
          </a:prstGeom>
        </p:spPr>
      </p:pic>
      <p:sp>
        <p:nvSpPr>
          <p:cNvPr id="60" name="object 81">
            <a:extLst>
              <a:ext uri="{FF2B5EF4-FFF2-40B4-BE49-F238E27FC236}">
                <a16:creationId xmlns:a16="http://schemas.microsoft.com/office/drawing/2014/main" id="{4FC1B08B-7487-6C02-B745-B46F3F863BBD}"/>
              </a:ext>
            </a:extLst>
          </p:cNvPr>
          <p:cNvSpPr txBox="1"/>
          <p:nvPr/>
        </p:nvSpPr>
        <p:spPr>
          <a:xfrm>
            <a:off x="3420570" y="3779853"/>
            <a:ext cx="653840" cy="45712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800"/>
              </a:lnSpc>
              <a:spcBef>
                <a:spcPts val="58"/>
              </a:spcBef>
            </a:pPr>
            <a:r>
              <a:rPr sz="1486" b="1" spc="3" dirty="0">
                <a:solidFill>
                  <a:srgbClr val="205379"/>
                </a:solidFill>
                <a:latin typeface="Raleway"/>
                <a:cs typeface="Raleway"/>
              </a:rPr>
              <a:t>E</a:t>
            </a:r>
            <a:r>
              <a:rPr sz="1486" b="1" spc="-27" dirty="0">
                <a:solidFill>
                  <a:srgbClr val="205379"/>
                </a:solidFill>
                <a:latin typeface="Raleway"/>
                <a:cs typeface="Raleway"/>
              </a:rPr>
              <a:t>ne</a:t>
            </a:r>
            <a:r>
              <a:rPr sz="1486" b="1" spc="-58" dirty="0">
                <a:solidFill>
                  <a:srgbClr val="205379"/>
                </a:solidFill>
                <a:latin typeface="Raleway"/>
                <a:cs typeface="Raleway"/>
              </a:rPr>
              <a:t>r</a:t>
            </a:r>
            <a:r>
              <a:rPr sz="1486" b="1" dirty="0">
                <a:solidFill>
                  <a:srgbClr val="205379"/>
                </a:solidFill>
                <a:latin typeface="Raleway"/>
                <a:cs typeface="Raleway"/>
              </a:rPr>
              <a:t>gy  </a:t>
            </a:r>
            <a:r>
              <a:rPr sz="1486" b="1" spc="-27" dirty="0">
                <a:solidFill>
                  <a:srgbClr val="205379"/>
                </a:solidFill>
                <a:latin typeface="Raleway"/>
                <a:cs typeface="Raleway"/>
              </a:rPr>
              <a:t>Supp</a:t>
            </a:r>
            <a:r>
              <a:rPr sz="1486" b="1" spc="-33" dirty="0">
                <a:solidFill>
                  <a:srgbClr val="205379"/>
                </a:solidFill>
                <a:latin typeface="Raleway"/>
                <a:cs typeface="Raleway"/>
              </a:rPr>
              <a:t>l</a:t>
            </a:r>
            <a:r>
              <a:rPr sz="1486" b="1" spc="12" dirty="0">
                <a:solidFill>
                  <a:srgbClr val="205379"/>
                </a:solidFill>
                <a:latin typeface="Raleway"/>
                <a:cs typeface="Raleway"/>
              </a:rPr>
              <a:t>y</a:t>
            </a:r>
            <a:endParaRPr sz="1486">
              <a:latin typeface="Raleway"/>
              <a:cs typeface="Raleway"/>
            </a:endParaRPr>
          </a:p>
        </p:txBody>
      </p:sp>
      <p:grpSp>
        <p:nvGrpSpPr>
          <p:cNvPr id="61" name="object 82">
            <a:extLst>
              <a:ext uri="{FF2B5EF4-FFF2-40B4-BE49-F238E27FC236}">
                <a16:creationId xmlns:a16="http://schemas.microsoft.com/office/drawing/2014/main" id="{8047A4B0-80E3-C8BB-BE70-C07FFA5312A5}"/>
              </a:ext>
            </a:extLst>
          </p:cNvPr>
          <p:cNvGrpSpPr/>
          <p:nvPr/>
        </p:nvGrpSpPr>
        <p:grpSpPr>
          <a:xfrm>
            <a:off x="1421251" y="2482304"/>
            <a:ext cx="874867" cy="661926"/>
            <a:chOff x="4449171" y="4064815"/>
            <a:chExt cx="1442720" cy="1091565"/>
          </a:xfrm>
        </p:grpSpPr>
        <p:sp>
          <p:nvSpPr>
            <p:cNvPr id="62" name="object 83">
              <a:extLst>
                <a:ext uri="{FF2B5EF4-FFF2-40B4-BE49-F238E27FC236}">
                  <a16:creationId xmlns:a16="http://schemas.microsoft.com/office/drawing/2014/main" id="{18F2182B-7B82-7815-331E-5085A8B10432}"/>
                </a:ext>
              </a:extLst>
            </p:cNvPr>
            <p:cNvSpPr/>
            <p:nvPr/>
          </p:nvSpPr>
          <p:spPr>
            <a:xfrm>
              <a:off x="4449171" y="5140223"/>
              <a:ext cx="1442720" cy="0"/>
            </a:xfrm>
            <a:custGeom>
              <a:avLst/>
              <a:gdLst/>
              <a:ahLst/>
              <a:cxnLst/>
              <a:rect l="l" t="t" r="r" b="b"/>
              <a:pathLst>
                <a:path w="1442720">
                  <a:moveTo>
                    <a:pt x="0" y="0"/>
                  </a:moveTo>
                  <a:lnTo>
                    <a:pt x="1442657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3" name="object 84">
              <a:extLst>
                <a:ext uri="{FF2B5EF4-FFF2-40B4-BE49-F238E27FC236}">
                  <a16:creationId xmlns:a16="http://schemas.microsoft.com/office/drawing/2014/main" id="{3E1B6BDA-DBF4-B41B-98AE-0E121C4A0B70}"/>
                </a:ext>
              </a:extLst>
            </p:cNvPr>
            <p:cNvSpPr/>
            <p:nvPr/>
          </p:nvSpPr>
          <p:spPr>
            <a:xfrm>
              <a:off x="4608058" y="4793584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h="346710">
                  <a:moveTo>
                    <a:pt x="0" y="346638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4" name="object 85">
              <a:extLst>
                <a:ext uri="{FF2B5EF4-FFF2-40B4-BE49-F238E27FC236}">
                  <a16:creationId xmlns:a16="http://schemas.microsoft.com/office/drawing/2014/main" id="{D7F72452-71D6-8854-1A1D-76B0E439AAB4}"/>
                </a:ext>
              </a:extLst>
            </p:cNvPr>
            <p:cNvSpPr/>
            <p:nvPr/>
          </p:nvSpPr>
          <p:spPr>
            <a:xfrm>
              <a:off x="4889278" y="4584167"/>
              <a:ext cx="0" cy="556260"/>
            </a:xfrm>
            <a:custGeom>
              <a:avLst/>
              <a:gdLst/>
              <a:ahLst/>
              <a:cxnLst/>
              <a:rect l="l" t="t" r="r" b="b"/>
              <a:pathLst>
                <a:path h="556260">
                  <a:moveTo>
                    <a:pt x="0" y="556056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5" name="object 86">
              <a:extLst>
                <a:ext uri="{FF2B5EF4-FFF2-40B4-BE49-F238E27FC236}">
                  <a16:creationId xmlns:a16="http://schemas.microsoft.com/office/drawing/2014/main" id="{EE441E36-D510-B446-5715-B7C20F1E3B67}"/>
                </a:ext>
              </a:extLst>
            </p:cNvPr>
            <p:cNvSpPr/>
            <p:nvPr/>
          </p:nvSpPr>
          <p:spPr>
            <a:xfrm>
              <a:off x="5170498" y="4898293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241929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6" name="object 87">
              <a:extLst>
                <a:ext uri="{FF2B5EF4-FFF2-40B4-BE49-F238E27FC236}">
                  <a16:creationId xmlns:a16="http://schemas.microsoft.com/office/drawing/2014/main" id="{C3109D69-C035-E084-B443-5B063E92EFFC}"/>
                </a:ext>
              </a:extLst>
            </p:cNvPr>
            <p:cNvSpPr/>
            <p:nvPr/>
          </p:nvSpPr>
          <p:spPr>
            <a:xfrm>
              <a:off x="5451717" y="4584167"/>
              <a:ext cx="0" cy="556260"/>
            </a:xfrm>
            <a:custGeom>
              <a:avLst/>
              <a:gdLst/>
              <a:ahLst/>
              <a:cxnLst/>
              <a:rect l="l" t="t" r="r" b="b"/>
              <a:pathLst>
                <a:path h="556260">
                  <a:moveTo>
                    <a:pt x="0" y="556056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7" name="object 88">
              <a:extLst>
                <a:ext uri="{FF2B5EF4-FFF2-40B4-BE49-F238E27FC236}">
                  <a16:creationId xmlns:a16="http://schemas.microsoft.com/office/drawing/2014/main" id="{7551577D-5563-61E3-CF6E-9C497EA6D633}"/>
                </a:ext>
              </a:extLst>
            </p:cNvPr>
            <p:cNvSpPr/>
            <p:nvPr/>
          </p:nvSpPr>
          <p:spPr>
            <a:xfrm>
              <a:off x="5732938" y="4270040"/>
              <a:ext cx="0" cy="870585"/>
            </a:xfrm>
            <a:custGeom>
              <a:avLst/>
              <a:gdLst/>
              <a:ahLst/>
              <a:cxnLst/>
              <a:rect l="l" t="t" r="r" b="b"/>
              <a:pathLst>
                <a:path h="870585">
                  <a:moveTo>
                    <a:pt x="0" y="870182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68" name="object 89">
              <a:extLst>
                <a:ext uri="{FF2B5EF4-FFF2-40B4-BE49-F238E27FC236}">
                  <a16:creationId xmlns:a16="http://schemas.microsoft.com/office/drawing/2014/main" id="{8A89890A-70AA-15CB-ECC2-0832E3BEFC6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35943" y="4530315"/>
              <a:ext cx="144225" cy="144225"/>
            </a:xfrm>
            <a:prstGeom prst="rect">
              <a:avLst/>
            </a:prstGeom>
          </p:spPr>
        </p:pic>
        <p:pic>
          <p:nvPicPr>
            <p:cNvPr id="69" name="object 90">
              <a:extLst>
                <a:ext uri="{FF2B5EF4-FFF2-40B4-BE49-F238E27FC236}">
                  <a16:creationId xmlns:a16="http://schemas.microsoft.com/office/drawing/2014/main" id="{54A9EAD9-F83A-9E68-FFCC-C28D0DF6093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17163" y="4374819"/>
              <a:ext cx="144225" cy="144225"/>
            </a:xfrm>
            <a:prstGeom prst="rect">
              <a:avLst/>
            </a:prstGeom>
          </p:spPr>
        </p:pic>
        <p:pic>
          <p:nvPicPr>
            <p:cNvPr id="70" name="object 91">
              <a:extLst>
                <a:ext uri="{FF2B5EF4-FFF2-40B4-BE49-F238E27FC236}">
                  <a16:creationId xmlns:a16="http://schemas.microsoft.com/office/drawing/2014/main" id="{06938C18-334B-9924-E954-3448AFFACF3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98383" y="4690725"/>
              <a:ext cx="144225" cy="144225"/>
            </a:xfrm>
            <a:prstGeom prst="rect">
              <a:avLst/>
            </a:prstGeom>
          </p:spPr>
        </p:pic>
        <p:pic>
          <p:nvPicPr>
            <p:cNvPr id="71" name="object 92">
              <a:extLst>
                <a:ext uri="{FF2B5EF4-FFF2-40B4-BE49-F238E27FC236}">
                  <a16:creationId xmlns:a16="http://schemas.microsoft.com/office/drawing/2014/main" id="{57F73940-8D49-EF9D-EF9A-6E06298A862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813" y="4362027"/>
              <a:ext cx="144225" cy="144225"/>
            </a:xfrm>
            <a:prstGeom prst="rect">
              <a:avLst/>
            </a:prstGeom>
          </p:spPr>
        </p:pic>
        <p:pic>
          <p:nvPicPr>
            <p:cNvPr id="72" name="object 93">
              <a:extLst>
                <a:ext uri="{FF2B5EF4-FFF2-40B4-BE49-F238E27FC236}">
                  <a16:creationId xmlns:a16="http://schemas.microsoft.com/office/drawing/2014/main" id="{9AE84AA2-6CD2-1365-443F-4B79655C2CA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0823" y="4064815"/>
              <a:ext cx="144225" cy="144225"/>
            </a:xfrm>
            <a:prstGeom prst="rect">
              <a:avLst/>
            </a:prstGeom>
          </p:spPr>
        </p:pic>
        <p:sp>
          <p:nvSpPr>
            <p:cNvPr id="73" name="object 94">
              <a:extLst>
                <a:ext uri="{FF2B5EF4-FFF2-40B4-BE49-F238E27FC236}">
                  <a16:creationId xmlns:a16="http://schemas.microsoft.com/office/drawing/2014/main" id="{47DBD35B-83F2-DEA1-D67A-D81051146162}"/>
                </a:ext>
              </a:extLst>
            </p:cNvPr>
            <p:cNvSpPr/>
            <p:nvPr/>
          </p:nvSpPr>
          <p:spPr>
            <a:xfrm>
              <a:off x="4608058" y="4136924"/>
              <a:ext cx="1125220" cy="626110"/>
            </a:xfrm>
            <a:custGeom>
              <a:avLst/>
              <a:gdLst/>
              <a:ahLst/>
              <a:cxnLst/>
              <a:rect l="l" t="t" r="r" b="b"/>
              <a:pathLst>
                <a:path w="1125220" h="626110">
                  <a:moveTo>
                    <a:pt x="0" y="465504"/>
                  </a:moveTo>
                  <a:lnTo>
                    <a:pt x="281216" y="310011"/>
                  </a:lnTo>
                  <a:lnTo>
                    <a:pt x="562443" y="625918"/>
                  </a:lnTo>
                  <a:lnTo>
                    <a:pt x="842864" y="297216"/>
                  </a:lnTo>
                  <a:lnTo>
                    <a:pt x="1124876" y="0"/>
                  </a:lnTo>
                </a:path>
              </a:pathLst>
            </a:custGeom>
            <a:ln w="31412">
              <a:solidFill>
                <a:srgbClr val="205379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4" name="object 37">
            <a:extLst>
              <a:ext uri="{FF2B5EF4-FFF2-40B4-BE49-F238E27FC236}">
                <a16:creationId xmlns:a16="http://schemas.microsoft.com/office/drawing/2014/main" id="{994C37A4-FBFC-4750-BB34-532269362087}"/>
              </a:ext>
            </a:extLst>
          </p:cNvPr>
          <p:cNvSpPr/>
          <p:nvPr/>
        </p:nvSpPr>
        <p:spPr>
          <a:xfrm>
            <a:off x="7916477" y="4237011"/>
            <a:ext cx="256838" cy="732393"/>
          </a:xfrm>
          <a:custGeom>
            <a:avLst/>
            <a:gdLst/>
            <a:ahLst/>
            <a:cxnLst/>
            <a:rect l="l" t="t" r="r" b="b"/>
            <a:pathLst>
              <a:path w="423544" h="1207770">
                <a:moveTo>
                  <a:pt x="423400" y="1207282"/>
                </a:moveTo>
                <a:lnTo>
                  <a:pt x="396274" y="1166767"/>
                </a:lnTo>
                <a:lnTo>
                  <a:pt x="369929" y="1125693"/>
                </a:lnTo>
                <a:lnTo>
                  <a:pt x="344378" y="1084071"/>
                </a:lnTo>
                <a:lnTo>
                  <a:pt x="319630" y="1041911"/>
                </a:lnTo>
                <a:lnTo>
                  <a:pt x="295695" y="999225"/>
                </a:lnTo>
                <a:lnTo>
                  <a:pt x="272586" y="956022"/>
                </a:lnTo>
                <a:lnTo>
                  <a:pt x="250311" y="912314"/>
                </a:lnTo>
                <a:lnTo>
                  <a:pt x="228883" y="868111"/>
                </a:lnTo>
                <a:lnTo>
                  <a:pt x="208312" y="823424"/>
                </a:lnTo>
                <a:lnTo>
                  <a:pt x="188608" y="778264"/>
                </a:lnTo>
                <a:lnTo>
                  <a:pt x="169781" y="732641"/>
                </a:lnTo>
                <a:lnTo>
                  <a:pt x="151844" y="686565"/>
                </a:lnTo>
                <a:lnTo>
                  <a:pt x="134806" y="640048"/>
                </a:lnTo>
                <a:lnTo>
                  <a:pt x="118677" y="593100"/>
                </a:lnTo>
                <a:lnTo>
                  <a:pt x="103470" y="545732"/>
                </a:lnTo>
                <a:lnTo>
                  <a:pt x="89194" y="497955"/>
                </a:lnTo>
                <a:lnTo>
                  <a:pt x="75859" y="449778"/>
                </a:lnTo>
                <a:lnTo>
                  <a:pt x="63478" y="401214"/>
                </a:lnTo>
                <a:lnTo>
                  <a:pt x="52059" y="352271"/>
                </a:lnTo>
                <a:lnTo>
                  <a:pt x="41615" y="302962"/>
                </a:lnTo>
                <a:lnTo>
                  <a:pt x="32155" y="253297"/>
                </a:lnTo>
                <a:lnTo>
                  <a:pt x="23691" y="203286"/>
                </a:lnTo>
                <a:lnTo>
                  <a:pt x="16233" y="152940"/>
                </a:lnTo>
                <a:lnTo>
                  <a:pt x="9791" y="102270"/>
                </a:lnTo>
                <a:lnTo>
                  <a:pt x="4376" y="51286"/>
                </a:lnTo>
                <a:lnTo>
                  <a:pt x="0" y="0"/>
                </a:lnTo>
              </a:path>
            </a:pathLst>
          </a:custGeom>
          <a:ln w="29150">
            <a:solidFill>
              <a:srgbClr val="6FA2D7"/>
            </a:solidFill>
            <a:headEnd type="triangle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Freihandform: Form 2">
            <a:extLst>
              <a:ext uri="{FF2B5EF4-FFF2-40B4-BE49-F238E27FC236}">
                <a16:creationId xmlns:a16="http://schemas.microsoft.com/office/drawing/2014/main" id="{1D1484BD-4CDC-D896-63EF-EBC645138750}"/>
              </a:ext>
            </a:extLst>
          </p:cNvPr>
          <p:cNvSpPr/>
          <p:nvPr/>
        </p:nvSpPr>
        <p:spPr>
          <a:xfrm>
            <a:off x="3936572" y="2499138"/>
            <a:ext cx="995722" cy="564946"/>
          </a:xfrm>
          <a:custGeom>
            <a:avLst/>
            <a:gdLst>
              <a:gd name="connsiteX0" fmla="*/ 0 w 1463040"/>
              <a:gd name="connsiteY0" fmla="*/ 291629 h 592094"/>
              <a:gd name="connsiteX1" fmla="*/ 365760 w 1463040"/>
              <a:gd name="connsiteY1" fmla="*/ 8996 h 592094"/>
              <a:gd name="connsiteX2" fmla="*/ 897775 w 1463040"/>
              <a:gd name="connsiteY2" fmla="*/ 590887 h 592094"/>
              <a:gd name="connsiteX3" fmla="*/ 1346662 w 1463040"/>
              <a:gd name="connsiteY3" fmla="*/ 158625 h 592094"/>
              <a:gd name="connsiteX4" fmla="*/ 1463040 w 1463040"/>
              <a:gd name="connsiteY4" fmla="*/ 58873 h 59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3040" h="592094">
                <a:moveTo>
                  <a:pt x="0" y="291629"/>
                </a:moveTo>
                <a:cubicBezTo>
                  <a:pt x="108065" y="125374"/>
                  <a:pt x="216131" y="-40880"/>
                  <a:pt x="365760" y="8996"/>
                </a:cubicBezTo>
                <a:cubicBezTo>
                  <a:pt x="515389" y="58872"/>
                  <a:pt x="734291" y="565949"/>
                  <a:pt x="897775" y="590887"/>
                </a:cubicBezTo>
                <a:cubicBezTo>
                  <a:pt x="1061259" y="615825"/>
                  <a:pt x="1252451" y="247294"/>
                  <a:pt x="1346662" y="158625"/>
                </a:cubicBezTo>
                <a:cubicBezTo>
                  <a:pt x="1440873" y="69956"/>
                  <a:pt x="1451956" y="64414"/>
                  <a:pt x="1463040" y="588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76" name="object 81">
            <a:extLst>
              <a:ext uri="{FF2B5EF4-FFF2-40B4-BE49-F238E27FC236}">
                <a16:creationId xmlns:a16="http://schemas.microsoft.com/office/drawing/2014/main" id="{D5174AFF-1DBD-79D9-B0CE-051366C8ECC8}"/>
              </a:ext>
            </a:extLst>
          </p:cNvPr>
          <p:cNvSpPr/>
          <p:nvPr/>
        </p:nvSpPr>
        <p:spPr>
          <a:xfrm>
            <a:off x="7437138" y="3354480"/>
            <a:ext cx="851763" cy="725896"/>
          </a:xfrm>
          <a:custGeom>
            <a:avLst/>
            <a:gdLst/>
            <a:ahLst/>
            <a:cxnLst/>
            <a:rect l="l" t="t" r="r" b="b"/>
            <a:pathLst>
              <a:path w="748664" h="605154">
                <a:moveTo>
                  <a:pt x="408673" y="301205"/>
                </a:moveTo>
                <a:lnTo>
                  <a:pt x="406158" y="278104"/>
                </a:lnTo>
                <a:lnTo>
                  <a:pt x="397268" y="260223"/>
                </a:lnTo>
                <a:lnTo>
                  <a:pt x="397154" y="259994"/>
                </a:lnTo>
                <a:lnTo>
                  <a:pt x="385495" y="250393"/>
                </a:lnTo>
                <a:lnTo>
                  <a:pt x="385495" y="301205"/>
                </a:lnTo>
                <a:lnTo>
                  <a:pt x="384644" y="310642"/>
                </a:lnTo>
                <a:lnTo>
                  <a:pt x="382981" y="321576"/>
                </a:lnTo>
                <a:lnTo>
                  <a:pt x="381088" y="332181"/>
                </a:lnTo>
                <a:lnTo>
                  <a:pt x="379260" y="342963"/>
                </a:lnTo>
                <a:lnTo>
                  <a:pt x="376097" y="342963"/>
                </a:lnTo>
                <a:lnTo>
                  <a:pt x="363245" y="327990"/>
                </a:lnTo>
                <a:lnTo>
                  <a:pt x="349262" y="314439"/>
                </a:lnTo>
                <a:lnTo>
                  <a:pt x="347764" y="313270"/>
                </a:lnTo>
                <a:lnTo>
                  <a:pt x="347141" y="312788"/>
                </a:lnTo>
                <a:lnTo>
                  <a:pt x="339813" y="307124"/>
                </a:lnTo>
                <a:lnTo>
                  <a:pt x="333959" y="302590"/>
                </a:lnTo>
                <a:lnTo>
                  <a:pt x="317106" y="292760"/>
                </a:lnTo>
                <a:lnTo>
                  <a:pt x="317106" y="261848"/>
                </a:lnTo>
                <a:lnTo>
                  <a:pt x="328853" y="260464"/>
                </a:lnTo>
                <a:lnTo>
                  <a:pt x="340741" y="260223"/>
                </a:lnTo>
                <a:lnTo>
                  <a:pt x="352666" y="261518"/>
                </a:lnTo>
                <a:lnTo>
                  <a:pt x="384721" y="287261"/>
                </a:lnTo>
                <a:lnTo>
                  <a:pt x="385495" y="301205"/>
                </a:lnTo>
                <a:lnTo>
                  <a:pt x="385495" y="250393"/>
                </a:lnTo>
                <a:lnTo>
                  <a:pt x="381673" y="247230"/>
                </a:lnTo>
                <a:lnTo>
                  <a:pt x="376745" y="245643"/>
                </a:lnTo>
                <a:lnTo>
                  <a:pt x="359727" y="240157"/>
                </a:lnTo>
                <a:lnTo>
                  <a:pt x="352653" y="239433"/>
                </a:lnTo>
                <a:lnTo>
                  <a:pt x="348132" y="238975"/>
                </a:lnTo>
                <a:lnTo>
                  <a:pt x="347662" y="238925"/>
                </a:lnTo>
                <a:lnTo>
                  <a:pt x="335419" y="238721"/>
                </a:lnTo>
                <a:lnTo>
                  <a:pt x="323113" y="238937"/>
                </a:lnTo>
                <a:lnTo>
                  <a:pt x="310832" y="238975"/>
                </a:lnTo>
                <a:lnTo>
                  <a:pt x="308063" y="238925"/>
                </a:lnTo>
                <a:lnTo>
                  <a:pt x="305320" y="238188"/>
                </a:lnTo>
                <a:lnTo>
                  <a:pt x="302552" y="237782"/>
                </a:lnTo>
                <a:lnTo>
                  <a:pt x="303225" y="235077"/>
                </a:lnTo>
                <a:lnTo>
                  <a:pt x="303250" y="231952"/>
                </a:lnTo>
                <a:lnTo>
                  <a:pt x="307454" y="225526"/>
                </a:lnTo>
                <a:lnTo>
                  <a:pt x="309308" y="222681"/>
                </a:lnTo>
                <a:lnTo>
                  <a:pt x="313575" y="215023"/>
                </a:lnTo>
                <a:lnTo>
                  <a:pt x="319582" y="209283"/>
                </a:lnTo>
                <a:lnTo>
                  <a:pt x="329920" y="199682"/>
                </a:lnTo>
                <a:lnTo>
                  <a:pt x="340474" y="190309"/>
                </a:lnTo>
                <a:lnTo>
                  <a:pt x="351180" y="181102"/>
                </a:lnTo>
                <a:lnTo>
                  <a:pt x="361937" y="171958"/>
                </a:lnTo>
                <a:lnTo>
                  <a:pt x="367093" y="165823"/>
                </a:lnTo>
                <a:lnTo>
                  <a:pt x="368452" y="159804"/>
                </a:lnTo>
                <a:lnTo>
                  <a:pt x="366991" y="156794"/>
                </a:lnTo>
                <a:lnTo>
                  <a:pt x="365912" y="154559"/>
                </a:lnTo>
                <a:lnTo>
                  <a:pt x="359346" y="150812"/>
                </a:lnTo>
                <a:lnTo>
                  <a:pt x="344563" y="146024"/>
                </a:lnTo>
                <a:lnTo>
                  <a:pt x="331762" y="142074"/>
                </a:lnTo>
                <a:lnTo>
                  <a:pt x="331762" y="165417"/>
                </a:lnTo>
                <a:lnTo>
                  <a:pt x="325767" y="170802"/>
                </a:lnTo>
                <a:lnTo>
                  <a:pt x="298513" y="201193"/>
                </a:lnTo>
                <a:lnTo>
                  <a:pt x="295376" y="205308"/>
                </a:lnTo>
                <a:lnTo>
                  <a:pt x="295376" y="277380"/>
                </a:lnTo>
                <a:lnTo>
                  <a:pt x="292442" y="289433"/>
                </a:lnTo>
                <a:lnTo>
                  <a:pt x="285407" y="298970"/>
                </a:lnTo>
                <a:lnTo>
                  <a:pt x="282422" y="300786"/>
                </a:lnTo>
                <a:lnTo>
                  <a:pt x="282422" y="343750"/>
                </a:lnTo>
                <a:lnTo>
                  <a:pt x="275170" y="381368"/>
                </a:lnTo>
                <a:lnTo>
                  <a:pt x="240258" y="397383"/>
                </a:lnTo>
                <a:lnTo>
                  <a:pt x="226352" y="396189"/>
                </a:lnTo>
                <a:lnTo>
                  <a:pt x="212521" y="393090"/>
                </a:lnTo>
                <a:lnTo>
                  <a:pt x="198577" y="388810"/>
                </a:lnTo>
                <a:lnTo>
                  <a:pt x="204228" y="383832"/>
                </a:lnTo>
                <a:lnTo>
                  <a:pt x="209715" y="379095"/>
                </a:lnTo>
                <a:lnTo>
                  <a:pt x="214884" y="374332"/>
                </a:lnTo>
                <a:lnTo>
                  <a:pt x="240398" y="342061"/>
                </a:lnTo>
                <a:lnTo>
                  <a:pt x="250634" y="327825"/>
                </a:lnTo>
                <a:lnTo>
                  <a:pt x="255206" y="328295"/>
                </a:lnTo>
                <a:lnTo>
                  <a:pt x="261493" y="328701"/>
                </a:lnTo>
                <a:lnTo>
                  <a:pt x="267931" y="328752"/>
                </a:lnTo>
                <a:lnTo>
                  <a:pt x="281609" y="328536"/>
                </a:lnTo>
                <a:lnTo>
                  <a:pt x="282359" y="340169"/>
                </a:lnTo>
                <a:lnTo>
                  <a:pt x="282422" y="343750"/>
                </a:lnTo>
                <a:lnTo>
                  <a:pt x="282422" y="300786"/>
                </a:lnTo>
                <a:lnTo>
                  <a:pt x="275209" y="305155"/>
                </a:lnTo>
                <a:lnTo>
                  <a:pt x="262788" y="307124"/>
                </a:lnTo>
                <a:lnTo>
                  <a:pt x="234061" y="275386"/>
                </a:lnTo>
                <a:lnTo>
                  <a:pt x="236931" y="263474"/>
                </a:lnTo>
                <a:lnTo>
                  <a:pt x="243865" y="253898"/>
                </a:lnTo>
                <a:lnTo>
                  <a:pt x="253822" y="247624"/>
                </a:lnTo>
                <a:lnTo>
                  <a:pt x="265760" y="245643"/>
                </a:lnTo>
                <a:lnTo>
                  <a:pt x="277710" y="248526"/>
                </a:lnTo>
                <a:lnTo>
                  <a:pt x="287261" y="255447"/>
                </a:lnTo>
                <a:lnTo>
                  <a:pt x="293458" y="265404"/>
                </a:lnTo>
                <a:lnTo>
                  <a:pt x="295376" y="277380"/>
                </a:lnTo>
                <a:lnTo>
                  <a:pt x="295376" y="205308"/>
                </a:lnTo>
                <a:lnTo>
                  <a:pt x="263639" y="225526"/>
                </a:lnTo>
                <a:lnTo>
                  <a:pt x="248259" y="225437"/>
                </a:lnTo>
                <a:lnTo>
                  <a:pt x="248653" y="214922"/>
                </a:lnTo>
                <a:lnTo>
                  <a:pt x="248945" y="204571"/>
                </a:lnTo>
                <a:lnTo>
                  <a:pt x="262051" y="163830"/>
                </a:lnTo>
                <a:lnTo>
                  <a:pt x="285127" y="156794"/>
                </a:lnTo>
                <a:lnTo>
                  <a:pt x="296786" y="157568"/>
                </a:lnTo>
                <a:lnTo>
                  <a:pt x="308432" y="159080"/>
                </a:lnTo>
                <a:lnTo>
                  <a:pt x="331724" y="162648"/>
                </a:lnTo>
                <a:lnTo>
                  <a:pt x="331762" y="165417"/>
                </a:lnTo>
                <a:lnTo>
                  <a:pt x="331762" y="142074"/>
                </a:lnTo>
                <a:lnTo>
                  <a:pt x="329704" y="141439"/>
                </a:lnTo>
                <a:lnTo>
                  <a:pt x="314718" y="137426"/>
                </a:lnTo>
                <a:lnTo>
                  <a:pt x="299593" y="134378"/>
                </a:lnTo>
                <a:lnTo>
                  <a:pt x="272681" y="134480"/>
                </a:lnTo>
                <a:lnTo>
                  <a:pt x="235889" y="161074"/>
                </a:lnTo>
                <a:lnTo>
                  <a:pt x="227279" y="206489"/>
                </a:lnTo>
                <a:lnTo>
                  <a:pt x="227799" y="217792"/>
                </a:lnTo>
                <a:lnTo>
                  <a:pt x="228053" y="225526"/>
                </a:lnTo>
                <a:lnTo>
                  <a:pt x="228180" y="232117"/>
                </a:lnTo>
                <a:lnTo>
                  <a:pt x="227812" y="235775"/>
                </a:lnTo>
                <a:lnTo>
                  <a:pt x="227622" y="239433"/>
                </a:lnTo>
                <a:lnTo>
                  <a:pt x="223939" y="238277"/>
                </a:lnTo>
                <a:lnTo>
                  <a:pt x="219506" y="238061"/>
                </a:lnTo>
                <a:lnTo>
                  <a:pt x="213956" y="233603"/>
                </a:lnTo>
                <a:lnTo>
                  <a:pt x="213956" y="262483"/>
                </a:lnTo>
                <a:lnTo>
                  <a:pt x="213868" y="271056"/>
                </a:lnTo>
                <a:lnTo>
                  <a:pt x="213537" y="279323"/>
                </a:lnTo>
                <a:lnTo>
                  <a:pt x="212915" y="292125"/>
                </a:lnTo>
                <a:lnTo>
                  <a:pt x="202857" y="293522"/>
                </a:lnTo>
                <a:lnTo>
                  <a:pt x="192582" y="293979"/>
                </a:lnTo>
                <a:lnTo>
                  <a:pt x="182181" y="293344"/>
                </a:lnTo>
                <a:lnTo>
                  <a:pt x="148945" y="274078"/>
                </a:lnTo>
                <a:lnTo>
                  <a:pt x="144919" y="250469"/>
                </a:lnTo>
                <a:lnTo>
                  <a:pt x="146075" y="237248"/>
                </a:lnTo>
                <a:lnTo>
                  <a:pt x="148818" y="224637"/>
                </a:lnTo>
                <a:lnTo>
                  <a:pt x="152577" y="212750"/>
                </a:lnTo>
                <a:lnTo>
                  <a:pt x="168541" y="227533"/>
                </a:lnTo>
                <a:lnTo>
                  <a:pt x="176669" y="234899"/>
                </a:lnTo>
                <a:lnTo>
                  <a:pt x="185026" y="242049"/>
                </a:lnTo>
                <a:lnTo>
                  <a:pt x="191008" y="246583"/>
                </a:lnTo>
                <a:lnTo>
                  <a:pt x="197269" y="250799"/>
                </a:lnTo>
                <a:lnTo>
                  <a:pt x="203631" y="254889"/>
                </a:lnTo>
                <a:lnTo>
                  <a:pt x="209905" y="259105"/>
                </a:lnTo>
                <a:lnTo>
                  <a:pt x="211658" y="260324"/>
                </a:lnTo>
                <a:lnTo>
                  <a:pt x="213956" y="262483"/>
                </a:lnTo>
                <a:lnTo>
                  <a:pt x="213956" y="233603"/>
                </a:lnTo>
                <a:lnTo>
                  <a:pt x="207949" y="228765"/>
                </a:lnTo>
                <a:lnTo>
                  <a:pt x="199174" y="221500"/>
                </a:lnTo>
                <a:lnTo>
                  <a:pt x="190817" y="214210"/>
                </a:lnTo>
                <a:lnTo>
                  <a:pt x="189280" y="212750"/>
                </a:lnTo>
                <a:lnTo>
                  <a:pt x="182689" y="206489"/>
                </a:lnTo>
                <a:lnTo>
                  <a:pt x="176796" y="200012"/>
                </a:lnTo>
                <a:lnTo>
                  <a:pt x="171310" y="193116"/>
                </a:lnTo>
                <a:lnTo>
                  <a:pt x="165925" y="185978"/>
                </a:lnTo>
                <a:lnTo>
                  <a:pt x="160553" y="179095"/>
                </a:lnTo>
                <a:lnTo>
                  <a:pt x="154546" y="171780"/>
                </a:lnTo>
                <a:lnTo>
                  <a:pt x="145338" y="171869"/>
                </a:lnTo>
                <a:lnTo>
                  <a:pt x="141782" y="179870"/>
                </a:lnTo>
                <a:lnTo>
                  <a:pt x="133438" y="200469"/>
                </a:lnTo>
                <a:lnTo>
                  <a:pt x="127076" y="221500"/>
                </a:lnTo>
                <a:lnTo>
                  <a:pt x="123812" y="242049"/>
                </a:lnTo>
                <a:lnTo>
                  <a:pt x="123710" y="247230"/>
                </a:lnTo>
                <a:lnTo>
                  <a:pt x="124053" y="265493"/>
                </a:lnTo>
                <a:lnTo>
                  <a:pt x="142519" y="300786"/>
                </a:lnTo>
                <a:lnTo>
                  <a:pt x="195668" y="318109"/>
                </a:lnTo>
                <a:lnTo>
                  <a:pt x="196291" y="316420"/>
                </a:lnTo>
                <a:lnTo>
                  <a:pt x="215823" y="314325"/>
                </a:lnTo>
                <a:lnTo>
                  <a:pt x="224574" y="313524"/>
                </a:lnTo>
                <a:lnTo>
                  <a:pt x="226872" y="314286"/>
                </a:lnTo>
                <a:lnTo>
                  <a:pt x="229146" y="314617"/>
                </a:lnTo>
                <a:lnTo>
                  <a:pt x="228955" y="315760"/>
                </a:lnTo>
                <a:lnTo>
                  <a:pt x="228892" y="317792"/>
                </a:lnTo>
                <a:lnTo>
                  <a:pt x="229069" y="319455"/>
                </a:lnTo>
                <a:lnTo>
                  <a:pt x="227685" y="321576"/>
                </a:lnTo>
                <a:lnTo>
                  <a:pt x="201549" y="353377"/>
                </a:lnTo>
                <a:lnTo>
                  <a:pt x="169443" y="380987"/>
                </a:lnTo>
                <a:lnTo>
                  <a:pt x="164553" y="386905"/>
                </a:lnTo>
                <a:lnTo>
                  <a:pt x="199872" y="410819"/>
                </a:lnTo>
                <a:lnTo>
                  <a:pt x="256133" y="418579"/>
                </a:lnTo>
                <a:lnTo>
                  <a:pt x="279260" y="409486"/>
                </a:lnTo>
                <a:lnTo>
                  <a:pt x="290537" y="397383"/>
                </a:lnTo>
                <a:lnTo>
                  <a:pt x="295694" y="391858"/>
                </a:lnTo>
                <a:lnTo>
                  <a:pt x="303796" y="366776"/>
                </a:lnTo>
                <a:lnTo>
                  <a:pt x="304495" y="355257"/>
                </a:lnTo>
                <a:lnTo>
                  <a:pt x="304228" y="343750"/>
                </a:lnTo>
                <a:lnTo>
                  <a:pt x="303555" y="331939"/>
                </a:lnTo>
                <a:lnTo>
                  <a:pt x="303428" y="328536"/>
                </a:lnTo>
                <a:lnTo>
                  <a:pt x="303403" y="327825"/>
                </a:lnTo>
                <a:lnTo>
                  <a:pt x="303149" y="321576"/>
                </a:lnTo>
                <a:lnTo>
                  <a:pt x="303072" y="317792"/>
                </a:lnTo>
                <a:lnTo>
                  <a:pt x="304126" y="315290"/>
                </a:lnTo>
                <a:lnTo>
                  <a:pt x="304507" y="313524"/>
                </a:lnTo>
                <a:lnTo>
                  <a:pt x="304673" y="312788"/>
                </a:lnTo>
                <a:lnTo>
                  <a:pt x="306933" y="313321"/>
                </a:lnTo>
                <a:lnTo>
                  <a:pt x="309562" y="313270"/>
                </a:lnTo>
                <a:lnTo>
                  <a:pt x="311378" y="314477"/>
                </a:lnTo>
                <a:lnTo>
                  <a:pt x="342353" y="340169"/>
                </a:lnTo>
                <a:lnTo>
                  <a:pt x="370484" y="372656"/>
                </a:lnTo>
                <a:lnTo>
                  <a:pt x="376059" y="377240"/>
                </a:lnTo>
                <a:lnTo>
                  <a:pt x="401231" y="342963"/>
                </a:lnTo>
                <a:lnTo>
                  <a:pt x="406920" y="319443"/>
                </a:lnTo>
                <a:lnTo>
                  <a:pt x="408673" y="301205"/>
                </a:lnTo>
                <a:close/>
              </a:path>
              <a:path w="748664" h="605154">
                <a:moveTo>
                  <a:pt x="472528" y="275031"/>
                </a:moveTo>
                <a:lnTo>
                  <a:pt x="466928" y="227291"/>
                </a:lnTo>
                <a:lnTo>
                  <a:pt x="451243" y="183616"/>
                </a:lnTo>
                <a:lnTo>
                  <a:pt x="449973" y="181635"/>
                </a:lnTo>
                <a:lnTo>
                  <a:pt x="449973" y="278409"/>
                </a:lnTo>
                <a:lnTo>
                  <a:pt x="443357" y="327367"/>
                </a:lnTo>
                <a:lnTo>
                  <a:pt x="424649" y="371386"/>
                </a:lnTo>
                <a:lnTo>
                  <a:pt x="395655" y="408686"/>
                </a:lnTo>
                <a:lnTo>
                  <a:pt x="358140" y="437502"/>
                </a:lnTo>
                <a:lnTo>
                  <a:pt x="313880" y="456057"/>
                </a:lnTo>
                <a:lnTo>
                  <a:pt x="264668" y="462572"/>
                </a:lnTo>
                <a:lnTo>
                  <a:pt x="215442" y="455853"/>
                </a:lnTo>
                <a:lnTo>
                  <a:pt x="171208" y="437095"/>
                </a:lnTo>
                <a:lnTo>
                  <a:pt x="133731" y="408051"/>
                </a:lnTo>
                <a:lnTo>
                  <a:pt x="104800" y="370497"/>
                </a:lnTo>
                <a:lnTo>
                  <a:pt x="86182" y="326237"/>
                </a:lnTo>
                <a:lnTo>
                  <a:pt x="79641" y="277025"/>
                </a:lnTo>
                <a:lnTo>
                  <a:pt x="86385" y="227863"/>
                </a:lnTo>
                <a:lnTo>
                  <a:pt x="105206" y="183667"/>
                </a:lnTo>
                <a:lnTo>
                  <a:pt x="134315" y="146240"/>
                </a:lnTo>
                <a:lnTo>
                  <a:pt x="171919" y="117360"/>
                </a:lnTo>
                <a:lnTo>
                  <a:pt x="216242" y="98793"/>
                </a:lnTo>
                <a:lnTo>
                  <a:pt x="265480" y="92316"/>
                </a:lnTo>
                <a:lnTo>
                  <a:pt x="314617" y="99085"/>
                </a:lnTo>
                <a:lnTo>
                  <a:pt x="358711" y="117894"/>
                </a:lnTo>
                <a:lnTo>
                  <a:pt x="396036" y="146964"/>
                </a:lnTo>
                <a:lnTo>
                  <a:pt x="424840" y="184581"/>
                </a:lnTo>
                <a:lnTo>
                  <a:pt x="443395" y="228981"/>
                </a:lnTo>
                <a:lnTo>
                  <a:pt x="449973" y="278409"/>
                </a:lnTo>
                <a:lnTo>
                  <a:pt x="449973" y="181635"/>
                </a:lnTo>
                <a:lnTo>
                  <a:pt x="426707" y="145199"/>
                </a:lnTo>
                <a:lnTo>
                  <a:pt x="394525" y="113258"/>
                </a:lnTo>
                <a:lnTo>
                  <a:pt x="361200" y="92316"/>
                </a:lnTo>
                <a:lnTo>
                  <a:pt x="312140" y="73672"/>
                </a:lnTo>
                <a:lnTo>
                  <a:pt x="264375" y="68440"/>
                </a:lnTo>
                <a:lnTo>
                  <a:pt x="216750" y="74142"/>
                </a:lnTo>
                <a:lnTo>
                  <a:pt x="173037" y="89928"/>
                </a:lnTo>
                <a:lnTo>
                  <a:pt x="134493" y="114541"/>
                </a:lnTo>
                <a:lnTo>
                  <a:pt x="102362" y="146748"/>
                </a:lnTo>
                <a:lnTo>
                  <a:pt x="77889" y="185305"/>
                </a:lnTo>
                <a:lnTo>
                  <a:pt x="62306" y="228981"/>
                </a:lnTo>
                <a:lnTo>
                  <a:pt x="57035" y="275031"/>
                </a:lnTo>
                <a:lnTo>
                  <a:pt x="56946" y="277025"/>
                </a:lnTo>
                <a:lnTo>
                  <a:pt x="62471" y="324078"/>
                </a:lnTo>
                <a:lnTo>
                  <a:pt x="78270" y="367880"/>
                </a:lnTo>
                <a:lnTo>
                  <a:pt x="103009" y="406539"/>
                </a:lnTo>
                <a:lnTo>
                  <a:pt x="135382" y="438785"/>
                </a:lnTo>
                <a:lnTo>
                  <a:pt x="174104" y="463334"/>
                </a:lnTo>
                <a:lnTo>
                  <a:pt x="217893" y="478904"/>
                </a:lnTo>
                <a:lnTo>
                  <a:pt x="265480" y="484225"/>
                </a:lnTo>
                <a:lnTo>
                  <a:pt x="313156" y="478510"/>
                </a:lnTo>
                <a:lnTo>
                  <a:pt x="356844" y="462661"/>
                </a:lnTo>
                <a:lnTo>
                  <a:pt x="395338" y="437921"/>
                </a:lnTo>
                <a:lnTo>
                  <a:pt x="427380" y="405549"/>
                </a:lnTo>
                <a:lnTo>
                  <a:pt x="451739" y="366788"/>
                </a:lnTo>
                <a:lnTo>
                  <a:pt x="467207" y="322859"/>
                </a:lnTo>
                <a:lnTo>
                  <a:pt x="472528" y="275031"/>
                </a:lnTo>
                <a:close/>
              </a:path>
              <a:path w="748664" h="605154">
                <a:moveTo>
                  <a:pt x="690473" y="377863"/>
                </a:moveTo>
                <a:lnTo>
                  <a:pt x="686295" y="374243"/>
                </a:lnTo>
                <a:lnTo>
                  <a:pt x="642404" y="374116"/>
                </a:lnTo>
                <a:lnTo>
                  <a:pt x="597585" y="374180"/>
                </a:lnTo>
                <a:lnTo>
                  <a:pt x="593191" y="377469"/>
                </a:lnTo>
                <a:lnTo>
                  <a:pt x="593051" y="392684"/>
                </a:lnTo>
                <a:lnTo>
                  <a:pt x="597725" y="396481"/>
                </a:lnTo>
                <a:lnTo>
                  <a:pt x="686104" y="396481"/>
                </a:lnTo>
                <a:lnTo>
                  <a:pt x="690283" y="393039"/>
                </a:lnTo>
                <a:lnTo>
                  <a:pt x="690473" y="377863"/>
                </a:lnTo>
                <a:close/>
              </a:path>
              <a:path w="748664" h="605154">
                <a:moveTo>
                  <a:pt x="690473" y="323621"/>
                </a:moveTo>
                <a:lnTo>
                  <a:pt x="686346" y="319532"/>
                </a:lnTo>
                <a:lnTo>
                  <a:pt x="659638" y="319366"/>
                </a:lnTo>
                <a:lnTo>
                  <a:pt x="597369" y="319544"/>
                </a:lnTo>
                <a:lnTo>
                  <a:pt x="593204" y="323621"/>
                </a:lnTo>
                <a:lnTo>
                  <a:pt x="593051" y="337693"/>
                </a:lnTo>
                <a:lnTo>
                  <a:pt x="597547" y="341884"/>
                </a:lnTo>
                <a:lnTo>
                  <a:pt x="642023" y="342023"/>
                </a:lnTo>
                <a:lnTo>
                  <a:pt x="686168" y="341922"/>
                </a:lnTo>
                <a:lnTo>
                  <a:pt x="690283" y="338353"/>
                </a:lnTo>
                <a:lnTo>
                  <a:pt x="690473" y="323621"/>
                </a:lnTo>
                <a:close/>
              </a:path>
              <a:path w="748664" h="605154">
                <a:moveTo>
                  <a:pt x="690486" y="161213"/>
                </a:moveTo>
                <a:lnTo>
                  <a:pt x="686396" y="157187"/>
                </a:lnTo>
                <a:lnTo>
                  <a:pt x="659663" y="157035"/>
                </a:lnTo>
                <a:lnTo>
                  <a:pt x="597331" y="157200"/>
                </a:lnTo>
                <a:lnTo>
                  <a:pt x="593204" y="161150"/>
                </a:lnTo>
                <a:lnTo>
                  <a:pt x="593051" y="175285"/>
                </a:lnTo>
                <a:lnTo>
                  <a:pt x="597496" y="179451"/>
                </a:lnTo>
                <a:lnTo>
                  <a:pt x="642010" y="179603"/>
                </a:lnTo>
                <a:lnTo>
                  <a:pt x="686155" y="179501"/>
                </a:lnTo>
                <a:lnTo>
                  <a:pt x="690270" y="175945"/>
                </a:lnTo>
                <a:lnTo>
                  <a:pt x="690486" y="161213"/>
                </a:lnTo>
                <a:close/>
              </a:path>
              <a:path w="748664" h="605154">
                <a:moveTo>
                  <a:pt x="690537" y="230263"/>
                </a:moveTo>
                <a:lnTo>
                  <a:pt x="690194" y="215226"/>
                </a:lnTo>
                <a:lnTo>
                  <a:pt x="686181" y="211797"/>
                </a:lnTo>
                <a:lnTo>
                  <a:pt x="597471" y="211797"/>
                </a:lnTo>
                <a:lnTo>
                  <a:pt x="593356" y="215163"/>
                </a:lnTo>
                <a:lnTo>
                  <a:pt x="592912" y="229806"/>
                </a:lnTo>
                <a:lnTo>
                  <a:pt x="597496" y="234010"/>
                </a:lnTo>
                <a:lnTo>
                  <a:pt x="606564" y="234149"/>
                </a:lnTo>
                <a:lnTo>
                  <a:pt x="641769" y="234188"/>
                </a:lnTo>
                <a:lnTo>
                  <a:pt x="686371" y="234035"/>
                </a:lnTo>
                <a:lnTo>
                  <a:pt x="690537" y="230263"/>
                </a:lnTo>
                <a:close/>
              </a:path>
              <a:path w="748664" h="605154">
                <a:moveTo>
                  <a:pt x="690575" y="284480"/>
                </a:moveTo>
                <a:lnTo>
                  <a:pt x="690181" y="269938"/>
                </a:lnTo>
                <a:lnTo>
                  <a:pt x="686181" y="266319"/>
                </a:lnTo>
                <a:lnTo>
                  <a:pt x="641807" y="266192"/>
                </a:lnTo>
                <a:lnTo>
                  <a:pt x="597408" y="266319"/>
                </a:lnTo>
                <a:lnTo>
                  <a:pt x="593305" y="269951"/>
                </a:lnTo>
                <a:lnTo>
                  <a:pt x="592950" y="283972"/>
                </a:lnTo>
                <a:lnTo>
                  <a:pt x="597611" y="288734"/>
                </a:lnTo>
                <a:lnTo>
                  <a:pt x="623811" y="288912"/>
                </a:lnTo>
                <a:lnTo>
                  <a:pt x="686435" y="288747"/>
                </a:lnTo>
                <a:lnTo>
                  <a:pt x="690575" y="284480"/>
                </a:lnTo>
                <a:close/>
              </a:path>
              <a:path w="748664" h="605154">
                <a:moveTo>
                  <a:pt x="748639" y="45326"/>
                </a:moveTo>
                <a:lnTo>
                  <a:pt x="745858" y="25628"/>
                </a:lnTo>
                <a:lnTo>
                  <a:pt x="744397" y="23177"/>
                </a:lnTo>
                <a:lnTo>
                  <a:pt x="737501" y="11569"/>
                </a:lnTo>
                <a:lnTo>
                  <a:pt x="726922" y="5181"/>
                </a:lnTo>
                <a:lnTo>
                  <a:pt x="726922" y="85623"/>
                </a:lnTo>
                <a:lnTo>
                  <a:pt x="726465" y="85623"/>
                </a:lnTo>
                <a:lnTo>
                  <a:pt x="726465" y="108750"/>
                </a:lnTo>
                <a:lnTo>
                  <a:pt x="726465" y="445058"/>
                </a:lnTo>
                <a:lnTo>
                  <a:pt x="723417" y="445198"/>
                </a:lnTo>
                <a:lnTo>
                  <a:pt x="720750" y="445427"/>
                </a:lnTo>
                <a:lnTo>
                  <a:pt x="653681" y="445452"/>
                </a:lnTo>
                <a:lnTo>
                  <a:pt x="589267" y="445427"/>
                </a:lnTo>
                <a:lnTo>
                  <a:pt x="574840" y="443445"/>
                </a:lnTo>
                <a:lnTo>
                  <a:pt x="564705" y="437426"/>
                </a:lnTo>
                <a:lnTo>
                  <a:pt x="558736" y="427228"/>
                </a:lnTo>
                <a:lnTo>
                  <a:pt x="556768" y="412711"/>
                </a:lnTo>
                <a:lnTo>
                  <a:pt x="556768" y="141084"/>
                </a:lnTo>
                <a:lnTo>
                  <a:pt x="589229" y="108343"/>
                </a:lnTo>
                <a:lnTo>
                  <a:pt x="681761" y="108331"/>
                </a:lnTo>
                <a:lnTo>
                  <a:pt x="720699" y="108343"/>
                </a:lnTo>
                <a:lnTo>
                  <a:pt x="723366" y="108597"/>
                </a:lnTo>
                <a:lnTo>
                  <a:pt x="726465" y="108750"/>
                </a:lnTo>
                <a:lnTo>
                  <a:pt x="726465" y="85623"/>
                </a:lnTo>
                <a:lnTo>
                  <a:pt x="620026" y="85610"/>
                </a:lnTo>
                <a:lnTo>
                  <a:pt x="587603" y="85636"/>
                </a:lnTo>
                <a:lnTo>
                  <a:pt x="565632" y="89471"/>
                </a:lnTo>
                <a:lnTo>
                  <a:pt x="548728" y="100253"/>
                </a:lnTo>
                <a:lnTo>
                  <a:pt x="537870" y="117081"/>
                </a:lnTo>
                <a:lnTo>
                  <a:pt x="534022" y="139001"/>
                </a:lnTo>
                <a:lnTo>
                  <a:pt x="534022" y="414756"/>
                </a:lnTo>
                <a:lnTo>
                  <a:pt x="548805" y="453491"/>
                </a:lnTo>
                <a:lnTo>
                  <a:pt x="587641" y="468210"/>
                </a:lnTo>
                <a:lnTo>
                  <a:pt x="620052" y="468236"/>
                </a:lnTo>
                <a:lnTo>
                  <a:pt x="726567" y="468223"/>
                </a:lnTo>
                <a:lnTo>
                  <a:pt x="726681" y="504024"/>
                </a:lnTo>
                <a:lnTo>
                  <a:pt x="726401" y="515670"/>
                </a:lnTo>
                <a:lnTo>
                  <a:pt x="726059" y="524154"/>
                </a:lnTo>
                <a:lnTo>
                  <a:pt x="719112" y="529894"/>
                </a:lnTo>
                <a:lnTo>
                  <a:pt x="708101" y="530758"/>
                </a:lnTo>
                <a:lnTo>
                  <a:pt x="705637" y="530656"/>
                </a:lnTo>
                <a:lnTo>
                  <a:pt x="684631" y="530656"/>
                </a:lnTo>
                <a:lnTo>
                  <a:pt x="684631" y="553948"/>
                </a:lnTo>
                <a:lnTo>
                  <a:pt x="684631" y="581685"/>
                </a:lnTo>
                <a:lnTo>
                  <a:pt x="659003" y="581088"/>
                </a:lnTo>
                <a:lnTo>
                  <a:pt x="646341" y="581139"/>
                </a:lnTo>
                <a:lnTo>
                  <a:pt x="633857" y="582155"/>
                </a:lnTo>
                <a:lnTo>
                  <a:pt x="620877" y="582193"/>
                </a:lnTo>
                <a:lnTo>
                  <a:pt x="610895" y="578421"/>
                </a:lnTo>
                <a:lnTo>
                  <a:pt x="603542" y="570890"/>
                </a:lnTo>
                <a:lnTo>
                  <a:pt x="598411" y="559638"/>
                </a:lnTo>
                <a:lnTo>
                  <a:pt x="597865" y="557911"/>
                </a:lnTo>
                <a:lnTo>
                  <a:pt x="597039" y="556260"/>
                </a:lnTo>
                <a:lnTo>
                  <a:pt x="596087" y="553948"/>
                </a:lnTo>
                <a:lnTo>
                  <a:pt x="684631" y="553948"/>
                </a:lnTo>
                <a:lnTo>
                  <a:pt x="684631" y="530656"/>
                </a:lnTo>
                <a:lnTo>
                  <a:pt x="155409" y="530656"/>
                </a:lnTo>
                <a:lnTo>
                  <a:pt x="155409" y="554075"/>
                </a:lnTo>
                <a:lnTo>
                  <a:pt x="148158" y="568007"/>
                </a:lnTo>
                <a:lnTo>
                  <a:pt x="145237" y="573532"/>
                </a:lnTo>
                <a:lnTo>
                  <a:pt x="141224" y="580898"/>
                </a:lnTo>
                <a:lnTo>
                  <a:pt x="139103" y="581583"/>
                </a:lnTo>
                <a:lnTo>
                  <a:pt x="102425" y="581672"/>
                </a:lnTo>
                <a:lnTo>
                  <a:pt x="66497" y="581672"/>
                </a:lnTo>
                <a:lnTo>
                  <a:pt x="66497" y="554075"/>
                </a:lnTo>
                <a:lnTo>
                  <a:pt x="155409" y="554075"/>
                </a:lnTo>
                <a:lnTo>
                  <a:pt x="155409" y="530656"/>
                </a:lnTo>
                <a:lnTo>
                  <a:pt x="46697" y="530656"/>
                </a:lnTo>
                <a:lnTo>
                  <a:pt x="35204" y="529539"/>
                </a:lnTo>
                <a:lnTo>
                  <a:pt x="27901" y="525665"/>
                </a:lnTo>
                <a:lnTo>
                  <a:pt x="24053" y="518299"/>
                </a:lnTo>
                <a:lnTo>
                  <a:pt x="22948" y="506679"/>
                </a:lnTo>
                <a:lnTo>
                  <a:pt x="23012" y="46367"/>
                </a:lnTo>
                <a:lnTo>
                  <a:pt x="24028" y="35407"/>
                </a:lnTo>
                <a:lnTo>
                  <a:pt x="27825" y="28079"/>
                </a:lnTo>
                <a:lnTo>
                  <a:pt x="35128" y="24269"/>
                </a:lnTo>
                <a:lnTo>
                  <a:pt x="46697" y="23177"/>
                </a:lnTo>
                <a:lnTo>
                  <a:pt x="703160" y="23177"/>
                </a:lnTo>
                <a:lnTo>
                  <a:pt x="726922" y="85623"/>
                </a:lnTo>
                <a:lnTo>
                  <a:pt x="726922" y="5181"/>
                </a:lnTo>
                <a:lnTo>
                  <a:pt x="723557" y="3136"/>
                </a:lnTo>
                <a:lnTo>
                  <a:pt x="704176" y="355"/>
                </a:lnTo>
                <a:lnTo>
                  <a:pt x="703999" y="330"/>
                </a:lnTo>
                <a:lnTo>
                  <a:pt x="299123" y="355"/>
                </a:lnTo>
                <a:lnTo>
                  <a:pt x="46075" y="0"/>
                </a:lnTo>
                <a:lnTo>
                  <a:pt x="28257" y="3048"/>
                </a:lnTo>
                <a:lnTo>
                  <a:pt x="13550" y="12026"/>
                </a:lnTo>
                <a:lnTo>
                  <a:pt x="3594" y="26593"/>
                </a:lnTo>
                <a:lnTo>
                  <a:pt x="0" y="46367"/>
                </a:lnTo>
                <a:lnTo>
                  <a:pt x="215" y="85610"/>
                </a:lnTo>
                <a:lnTo>
                  <a:pt x="304" y="108597"/>
                </a:lnTo>
                <a:lnTo>
                  <a:pt x="431" y="304457"/>
                </a:lnTo>
                <a:lnTo>
                  <a:pt x="317" y="492290"/>
                </a:lnTo>
                <a:lnTo>
                  <a:pt x="444" y="513245"/>
                </a:lnTo>
                <a:lnTo>
                  <a:pt x="22428" y="549148"/>
                </a:lnTo>
                <a:lnTo>
                  <a:pt x="40868" y="553681"/>
                </a:lnTo>
                <a:lnTo>
                  <a:pt x="43395" y="553897"/>
                </a:lnTo>
                <a:lnTo>
                  <a:pt x="43395" y="584936"/>
                </a:lnTo>
                <a:lnTo>
                  <a:pt x="43510" y="600786"/>
                </a:lnTo>
                <a:lnTo>
                  <a:pt x="47066" y="604456"/>
                </a:lnTo>
                <a:lnTo>
                  <a:pt x="152260" y="604621"/>
                </a:lnTo>
                <a:lnTo>
                  <a:pt x="156692" y="601738"/>
                </a:lnTo>
                <a:lnTo>
                  <a:pt x="159740" y="595757"/>
                </a:lnTo>
                <a:lnTo>
                  <a:pt x="164566" y="586498"/>
                </a:lnTo>
                <a:lnTo>
                  <a:pt x="167119" y="581672"/>
                </a:lnTo>
                <a:lnTo>
                  <a:pt x="174358" y="567905"/>
                </a:lnTo>
                <a:lnTo>
                  <a:pt x="179019" y="558698"/>
                </a:lnTo>
                <a:lnTo>
                  <a:pt x="181038" y="554621"/>
                </a:lnTo>
                <a:lnTo>
                  <a:pt x="182130" y="554075"/>
                </a:lnTo>
                <a:lnTo>
                  <a:pt x="183464" y="553415"/>
                </a:lnTo>
                <a:lnTo>
                  <a:pt x="348183" y="553516"/>
                </a:lnTo>
                <a:lnTo>
                  <a:pt x="533603" y="553415"/>
                </a:lnTo>
                <a:lnTo>
                  <a:pt x="566915" y="553415"/>
                </a:lnTo>
                <a:lnTo>
                  <a:pt x="569163" y="555294"/>
                </a:lnTo>
                <a:lnTo>
                  <a:pt x="571195" y="559346"/>
                </a:lnTo>
                <a:lnTo>
                  <a:pt x="575652" y="568007"/>
                </a:lnTo>
                <a:lnTo>
                  <a:pt x="580110" y="576414"/>
                </a:lnTo>
                <a:lnTo>
                  <a:pt x="584593" y="584936"/>
                </a:lnTo>
                <a:lnTo>
                  <a:pt x="588886" y="593547"/>
                </a:lnTo>
                <a:lnTo>
                  <a:pt x="592658" y="601408"/>
                </a:lnTo>
                <a:lnTo>
                  <a:pt x="597928" y="604812"/>
                </a:lnTo>
                <a:lnTo>
                  <a:pt x="686460" y="604520"/>
                </a:lnTo>
                <a:lnTo>
                  <a:pt x="690524" y="604520"/>
                </a:lnTo>
                <a:lnTo>
                  <a:pt x="703427" y="604507"/>
                </a:lnTo>
                <a:lnTo>
                  <a:pt x="706437" y="601472"/>
                </a:lnTo>
                <a:lnTo>
                  <a:pt x="706475" y="582193"/>
                </a:lnTo>
                <a:lnTo>
                  <a:pt x="706475" y="581685"/>
                </a:lnTo>
                <a:lnTo>
                  <a:pt x="706526" y="553948"/>
                </a:lnTo>
                <a:lnTo>
                  <a:pt x="743572" y="530758"/>
                </a:lnTo>
                <a:lnTo>
                  <a:pt x="748639" y="508114"/>
                </a:lnTo>
                <a:lnTo>
                  <a:pt x="748639" y="468210"/>
                </a:lnTo>
                <a:lnTo>
                  <a:pt x="748639" y="445452"/>
                </a:lnTo>
                <a:lnTo>
                  <a:pt x="748639" y="108305"/>
                </a:lnTo>
                <a:lnTo>
                  <a:pt x="748639" y="85623"/>
                </a:lnTo>
                <a:lnTo>
                  <a:pt x="748639" y="45326"/>
                </a:lnTo>
                <a:close/>
              </a:path>
            </a:pathLst>
          </a:custGeom>
          <a:solidFill>
            <a:srgbClr val="205379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2319435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CF98404-CF42-3F9E-87B1-5827B275C0E5}"/>
              </a:ext>
            </a:extLst>
          </p:cNvPr>
          <p:cNvGrpSpPr/>
          <p:nvPr/>
        </p:nvGrpSpPr>
        <p:grpSpPr>
          <a:xfrm>
            <a:off x="655983" y="1088132"/>
            <a:ext cx="10997244" cy="5441878"/>
            <a:chOff x="655983" y="1088132"/>
            <a:chExt cx="10997244" cy="5441878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412B668-6034-08E0-92FB-3F549F001989}"/>
                </a:ext>
              </a:extLst>
            </p:cNvPr>
            <p:cNvSpPr txBox="1"/>
            <p:nvPr/>
          </p:nvSpPr>
          <p:spPr>
            <a:xfrm>
              <a:off x="1173893" y="5070901"/>
              <a:ext cx="3093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Buxtehude - </a:t>
              </a:r>
              <a:r>
                <a:rPr lang="en-GB" dirty="0" err="1"/>
                <a:t>BlueTec</a:t>
              </a:r>
              <a:r>
                <a:rPr lang="en-GB" dirty="0"/>
                <a:t> Campus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F3BB3E0-0FDD-7A6C-5182-046CAD87D930}"/>
                </a:ext>
              </a:extLst>
            </p:cNvPr>
            <p:cNvSpPr txBox="1"/>
            <p:nvPr/>
          </p:nvSpPr>
          <p:spPr>
            <a:xfrm>
              <a:off x="1173893" y="4646306"/>
              <a:ext cx="3110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Steyerberg</a:t>
              </a:r>
              <a:r>
                <a:rPr lang="en-GB" dirty="0"/>
                <a:t> – </a:t>
              </a:r>
              <a:r>
                <a:rPr lang="en-GB" dirty="0" err="1"/>
                <a:t>BlueTec</a:t>
              </a:r>
              <a:r>
                <a:rPr lang="en-GB" dirty="0"/>
                <a:t> Campus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12390041-2DE8-09B0-0699-67A19A5531F1}"/>
                </a:ext>
              </a:extLst>
            </p:cNvPr>
            <p:cNvSpPr txBox="1"/>
            <p:nvPr/>
          </p:nvSpPr>
          <p:spPr>
            <a:xfrm>
              <a:off x="1173893" y="5475487"/>
              <a:ext cx="3319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EngeSande</a:t>
              </a:r>
              <a:r>
                <a:rPr lang="en-GB" dirty="0"/>
                <a:t> -</a:t>
              </a:r>
              <a:r>
                <a:rPr lang="en-GB" dirty="0" err="1"/>
                <a:t>GreenTEC</a:t>
              </a:r>
              <a:r>
                <a:rPr lang="en-GB" dirty="0"/>
                <a:t> Campus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2DE5207-5CAA-C8C2-DCCC-D8A232B8E241}"/>
                </a:ext>
              </a:extLst>
            </p:cNvPr>
            <p:cNvSpPr txBox="1"/>
            <p:nvPr/>
          </p:nvSpPr>
          <p:spPr>
            <a:xfrm>
              <a:off x="1193771" y="5908008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AF2E148C-8635-E48B-D009-4C3669EFA17B}"/>
                </a:ext>
              </a:extLst>
            </p:cNvPr>
            <p:cNvSpPr txBox="1"/>
            <p:nvPr/>
          </p:nvSpPr>
          <p:spPr>
            <a:xfrm>
              <a:off x="6096000" y="1088132"/>
              <a:ext cx="55572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000" b="1" dirty="0">
                  <a:solidFill>
                    <a:srgbClr val="FF0000"/>
                  </a:solidFill>
                </a:rPr>
                <a:t>Cluster und </a:t>
              </a:r>
              <a:r>
                <a:rPr lang="en-GB" sz="4000" b="1" dirty="0" err="1">
                  <a:solidFill>
                    <a:srgbClr val="FF0000"/>
                  </a:solidFill>
                </a:rPr>
                <a:t>Technikum</a:t>
              </a:r>
              <a:endParaRPr lang="en-GB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Eckige Klammer links/rechts 22">
              <a:extLst>
                <a:ext uri="{FF2B5EF4-FFF2-40B4-BE49-F238E27FC236}">
                  <a16:creationId xmlns:a16="http://schemas.microsoft.com/office/drawing/2014/main" id="{C554C63F-BB04-24A1-2B20-F00C6BF25E96}"/>
                </a:ext>
              </a:extLst>
            </p:cNvPr>
            <p:cNvSpPr/>
            <p:nvPr/>
          </p:nvSpPr>
          <p:spPr>
            <a:xfrm>
              <a:off x="655983" y="3501254"/>
              <a:ext cx="5029200" cy="3028756"/>
            </a:xfrm>
            <a:prstGeom prst="bracket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619E91B-3C11-B146-1027-7F73686C606F}"/>
              </a:ext>
            </a:extLst>
          </p:cNvPr>
          <p:cNvSpPr/>
          <p:nvPr/>
        </p:nvSpPr>
        <p:spPr>
          <a:xfrm>
            <a:off x="5808663" y="2093027"/>
            <a:ext cx="1366627" cy="13359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666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9412B668-6034-08E0-92FB-3F549F001989}"/>
              </a:ext>
            </a:extLst>
          </p:cNvPr>
          <p:cNvSpPr txBox="1"/>
          <p:nvPr/>
        </p:nvSpPr>
        <p:spPr>
          <a:xfrm>
            <a:off x="1173893" y="5070901"/>
            <a:ext cx="3093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Buxtehude - </a:t>
            </a:r>
            <a:r>
              <a:rPr lang="en-GB" dirty="0" err="1"/>
              <a:t>BlueTec</a:t>
            </a:r>
            <a:r>
              <a:rPr lang="en-GB" dirty="0"/>
              <a:t> Campus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F3BB3E0-0FDD-7A6C-5182-046CAD87D930}"/>
              </a:ext>
            </a:extLst>
          </p:cNvPr>
          <p:cNvSpPr txBox="1"/>
          <p:nvPr/>
        </p:nvSpPr>
        <p:spPr>
          <a:xfrm>
            <a:off x="1173893" y="5489454"/>
            <a:ext cx="311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Steyerberg</a:t>
            </a:r>
            <a:r>
              <a:rPr lang="en-GB" dirty="0"/>
              <a:t> – </a:t>
            </a:r>
            <a:r>
              <a:rPr lang="en-GB" dirty="0" err="1"/>
              <a:t>BlueTec</a:t>
            </a:r>
            <a:r>
              <a:rPr lang="en-GB" dirty="0"/>
              <a:t> Campus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390041-2DE8-09B0-0699-67A19A5531F1}"/>
              </a:ext>
            </a:extLst>
          </p:cNvPr>
          <p:cNvSpPr txBox="1"/>
          <p:nvPr/>
        </p:nvSpPr>
        <p:spPr>
          <a:xfrm>
            <a:off x="1173893" y="4633565"/>
            <a:ext cx="336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Enge</a:t>
            </a:r>
            <a:r>
              <a:rPr lang="en-GB" dirty="0"/>
              <a:t> Sande -</a:t>
            </a:r>
            <a:r>
              <a:rPr lang="en-GB" dirty="0" err="1"/>
              <a:t>GreenTEC</a:t>
            </a:r>
            <a:r>
              <a:rPr lang="en-GB" dirty="0"/>
              <a:t> Campus</a:t>
            </a:r>
          </a:p>
        </p:txBody>
      </p:sp>
      <p:pic>
        <p:nvPicPr>
          <p:cNvPr id="3" name="Grafik 2" descr="Ein Bild, das draußen, Luftfotografie, Luftbild, Pflanze enthält.&#10;&#10;Automatisch generierte Beschreibung">
            <a:extLst>
              <a:ext uri="{FF2B5EF4-FFF2-40B4-BE49-F238E27FC236}">
                <a16:creationId xmlns:a16="http://schemas.microsoft.com/office/drawing/2014/main" id="{1ACEE33A-0226-9B13-81C4-2CB997DB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12" y="3682762"/>
            <a:ext cx="4164417" cy="2776278"/>
          </a:xfrm>
          <a:prstGeom prst="rect">
            <a:avLst/>
          </a:prstGeom>
        </p:spPr>
      </p:pic>
      <p:pic>
        <p:nvPicPr>
          <p:cNvPr id="5" name="Grafik 4" descr="Ein Bild, das draußen, Luftfotografie, Baum, Gras enthält.&#10;&#10;Automatisch generierte Beschreibung">
            <a:extLst>
              <a:ext uri="{FF2B5EF4-FFF2-40B4-BE49-F238E27FC236}">
                <a16:creationId xmlns:a16="http://schemas.microsoft.com/office/drawing/2014/main" id="{00BA1F10-2574-E17E-1431-9FBE6EB776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45"/>
          <a:stretch/>
        </p:blipFill>
        <p:spPr>
          <a:xfrm>
            <a:off x="852145" y="545396"/>
            <a:ext cx="4460311" cy="2594578"/>
          </a:xfrm>
          <a:prstGeom prst="rect">
            <a:avLst/>
          </a:prstGeom>
        </p:spPr>
      </p:pic>
      <p:pic>
        <p:nvPicPr>
          <p:cNvPr id="7" name="Grafik 6" descr="Ein Bild, das Gras, Luftfotografie, draußen, Baum enthält.&#10;&#10;Automatisch generierte Beschreibung">
            <a:extLst>
              <a:ext uri="{FF2B5EF4-FFF2-40B4-BE49-F238E27FC236}">
                <a16:creationId xmlns:a16="http://schemas.microsoft.com/office/drawing/2014/main" id="{D36344E3-C3E4-4A75-910F-AD870B94D5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38" t="-32821" r="4738" b="-1"/>
          <a:stretch/>
        </p:blipFill>
        <p:spPr>
          <a:xfrm>
            <a:off x="6833812" y="-274994"/>
            <a:ext cx="4164417" cy="34502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72245B5-A857-8CBA-E85E-9FAA56A9BDBC}"/>
              </a:ext>
            </a:extLst>
          </p:cNvPr>
          <p:cNvSpPr txBox="1"/>
          <p:nvPr/>
        </p:nvSpPr>
        <p:spPr>
          <a:xfrm>
            <a:off x="1193771" y="596506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A2CE96E-0046-5BC1-6942-C4AC0A1AE2FA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856694" y="3356746"/>
            <a:ext cx="0" cy="1276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2AA1002-7898-F1D7-024A-4ABB09F44E3F}"/>
              </a:ext>
            </a:extLst>
          </p:cNvPr>
          <p:cNvCxnSpPr>
            <a:stCxn id="17" idx="3"/>
          </p:cNvCxnSpPr>
          <p:nvPr/>
        </p:nvCxnSpPr>
        <p:spPr>
          <a:xfrm flipV="1">
            <a:off x="4266984" y="3275635"/>
            <a:ext cx="2423183" cy="1979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0E969DD-C476-37BE-5F74-32036508B004}"/>
              </a:ext>
            </a:extLst>
          </p:cNvPr>
          <p:cNvCxnSpPr>
            <a:stCxn id="18" idx="3"/>
          </p:cNvCxnSpPr>
          <p:nvPr/>
        </p:nvCxnSpPr>
        <p:spPr>
          <a:xfrm>
            <a:off x="4284488" y="5674120"/>
            <a:ext cx="24056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93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34003810-A2AF-4D5B-5303-CFF8623E901B}"/>
              </a:ext>
            </a:extLst>
          </p:cNvPr>
          <p:cNvSpPr txBox="1"/>
          <p:nvPr/>
        </p:nvSpPr>
        <p:spPr>
          <a:xfrm>
            <a:off x="869445" y="512425"/>
            <a:ext cx="5626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Innovation und Funding</a:t>
            </a:r>
          </a:p>
        </p:txBody>
      </p:sp>
      <p:pic>
        <p:nvPicPr>
          <p:cNvPr id="10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D123E079-0805-0B79-09C7-B5EC06FAABA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6048" y="3530210"/>
            <a:ext cx="4456244" cy="1555199"/>
          </a:xfrm>
          <a:prstGeom prst="rect">
            <a:avLst/>
          </a:prstGeom>
        </p:spPr>
      </p:pic>
      <p:pic>
        <p:nvPicPr>
          <p:cNvPr id="14" name="Grafik 13" descr="Ein Bild, das Schrift, Grafiken, Grafikdesign, Logo enthält.&#10;&#10;Automatisch generierte Beschreibung">
            <a:extLst>
              <a:ext uri="{FF2B5EF4-FFF2-40B4-BE49-F238E27FC236}">
                <a16:creationId xmlns:a16="http://schemas.microsoft.com/office/drawing/2014/main" id="{CC94EFBF-C57B-3466-3506-E0418BC90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767" y="5780499"/>
            <a:ext cx="825498" cy="51472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902D9BB-0F93-8235-B351-DD3ED95D2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7831" y="5857301"/>
            <a:ext cx="1166060" cy="44051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22BB8E8-43DF-71A9-460C-F14D60E18BEF}"/>
              </a:ext>
            </a:extLst>
          </p:cNvPr>
          <p:cNvSpPr txBox="1"/>
          <p:nvPr/>
        </p:nvSpPr>
        <p:spPr>
          <a:xfrm>
            <a:off x="8557831" y="5354768"/>
            <a:ext cx="8467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Members off: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6CCF3B0-92E3-AD38-B5CC-7001FA97E117}"/>
              </a:ext>
            </a:extLst>
          </p:cNvPr>
          <p:cNvSpPr txBox="1"/>
          <p:nvPr/>
        </p:nvSpPr>
        <p:spPr>
          <a:xfrm>
            <a:off x="4396244" y="1436679"/>
            <a:ext cx="20998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Eigenkapital</a:t>
            </a:r>
            <a:endParaRPr lang="en-GB" dirty="0"/>
          </a:p>
          <a:p>
            <a:r>
              <a:rPr lang="en-GB" dirty="0" err="1"/>
              <a:t>Fördermittel</a:t>
            </a:r>
            <a:endParaRPr lang="en-GB" dirty="0"/>
          </a:p>
          <a:p>
            <a:r>
              <a:rPr lang="en-GB" dirty="0" err="1"/>
              <a:t>Darlehen</a:t>
            </a:r>
            <a:endParaRPr lang="en-GB" dirty="0"/>
          </a:p>
          <a:p>
            <a:r>
              <a:rPr lang="en-GB" dirty="0" err="1"/>
              <a:t>Bürgschaften</a:t>
            </a:r>
            <a:endParaRPr lang="en-GB" dirty="0"/>
          </a:p>
          <a:p>
            <a:r>
              <a:rPr lang="en-GB" dirty="0" err="1"/>
              <a:t>Projektfinanzierung</a:t>
            </a:r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A1B3D81-85C9-5BDA-F8A4-BCAAB8C5E012}"/>
              </a:ext>
            </a:extLst>
          </p:cNvPr>
          <p:cNvSpPr txBox="1"/>
          <p:nvPr/>
        </p:nvSpPr>
        <p:spPr>
          <a:xfrm>
            <a:off x="869445" y="1373132"/>
            <a:ext cx="23685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Konsortiumbildung</a:t>
            </a:r>
            <a:endParaRPr lang="en-GB" dirty="0"/>
          </a:p>
          <a:p>
            <a:r>
              <a:rPr lang="en-GB" dirty="0"/>
              <a:t>Innovation Strategy</a:t>
            </a:r>
          </a:p>
          <a:p>
            <a:r>
              <a:rPr lang="en-GB" dirty="0"/>
              <a:t>Business Architecture</a:t>
            </a:r>
          </a:p>
          <a:p>
            <a:r>
              <a:rPr lang="en-GB" dirty="0"/>
              <a:t>Transformation</a:t>
            </a:r>
          </a:p>
          <a:p>
            <a:r>
              <a:rPr lang="en-GB" dirty="0" err="1"/>
              <a:t>Projektentwicklung</a:t>
            </a:r>
            <a:endParaRPr lang="en-GB" dirty="0"/>
          </a:p>
          <a:p>
            <a:endParaRPr lang="en-GB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81CEC7-AD2F-C45E-717E-6712B06B0A14}"/>
              </a:ext>
            </a:extLst>
          </p:cNvPr>
          <p:cNvSpPr txBox="1"/>
          <p:nvPr/>
        </p:nvSpPr>
        <p:spPr>
          <a:xfrm>
            <a:off x="7700030" y="4202162"/>
            <a:ext cx="32725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900" dirty="0">
                <a:ea typeface="+mn-lt"/>
                <a:cs typeface="+mn-lt"/>
                <a:hlinkClick r:id="rId6"/>
              </a:rPr>
              <a:t>https://impactfundingeurope.eu</a:t>
            </a:r>
            <a:endParaRPr lang="de-DE" sz="900" dirty="0">
              <a:ea typeface="+mn-lt"/>
              <a:cs typeface="+mn-lt"/>
            </a:endParaRPr>
          </a:p>
          <a:p>
            <a:pPr algn="ctr"/>
            <a:r>
              <a:rPr lang="de-DE" sz="900" dirty="0">
                <a:ea typeface="+mn-lt"/>
                <a:cs typeface="+mn-lt"/>
                <a:hlinkClick r:id="rId7"/>
              </a:rPr>
              <a:t>olaf@ifeurope.eu</a:t>
            </a:r>
            <a:endParaRPr lang="de-DE" sz="900" dirty="0"/>
          </a:p>
        </p:txBody>
      </p:sp>
      <p:pic>
        <p:nvPicPr>
          <p:cNvPr id="22" name="Picture 8" descr="A person with glasses smiling&#10;&#10;Description automatically generated with low confidence">
            <a:extLst>
              <a:ext uri="{FF2B5EF4-FFF2-40B4-BE49-F238E27FC236}">
                <a16:creationId xmlns:a16="http://schemas.microsoft.com/office/drawing/2014/main" id="{10352D19-FE96-9D7D-7BA2-666D06ED84B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01312" y="1910883"/>
            <a:ext cx="1270000" cy="1270000"/>
          </a:xfrm>
          <a:prstGeom prst="ellipse">
            <a:avLst/>
          </a:prstGeom>
        </p:spPr>
      </p:pic>
      <p:pic>
        <p:nvPicPr>
          <p:cNvPr id="23" name="Picture 22" descr="A blue and white logo&#10;&#10;Description automatically generated with low confidence">
            <a:hlinkClick r:id="rId9"/>
            <a:extLst>
              <a:ext uri="{FF2B5EF4-FFF2-40B4-BE49-F238E27FC236}">
                <a16:creationId xmlns:a16="http://schemas.microsoft.com/office/drawing/2014/main" id="{667AEFD3-4937-7A48-1B36-3C791EE179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3223" r="22868"/>
          <a:stretch/>
        </p:blipFill>
        <p:spPr>
          <a:xfrm>
            <a:off x="9131474" y="4685825"/>
            <a:ext cx="409682" cy="399584"/>
          </a:xfrm>
          <a:prstGeom prst="rect">
            <a:avLst/>
          </a:prstGeom>
        </p:spPr>
      </p:pic>
      <p:sp>
        <p:nvSpPr>
          <p:cNvPr id="24" name="TextBox 26">
            <a:extLst>
              <a:ext uri="{FF2B5EF4-FFF2-40B4-BE49-F238E27FC236}">
                <a16:creationId xmlns:a16="http://schemas.microsoft.com/office/drawing/2014/main" id="{61C1DA32-4CF3-D166-7E31-871B9CB06A00}"/>
              </a:ext>
            </a:extLst>
          </p:cNvPr>
          <p:cNvSpPr txBox="1"/>
          <p:nvPr/>
        </p:nvSpPr>
        <p:spPr>
          <a:xfrm>
            <a:off x="8557831" y="3658857"/>
            <a:ext cx="1556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Olaf-Gerd </a:t>
            </a: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Gemein</a:t>
            </a:r>
            <a:endParaRPr lang="en-US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F72F9C3D-D39A-AFB0-8674-A584E578529D}"/>
              </a:ext>
            </a:extLst>
          </p:cNvPr>
          <p:cNvSpPr txBox="1"/>
          <p:nvPr/>
        </p:nvSpPr>
        <p:spPr>
          <a:xfrm>
            <a:off x="8745338" y="3943551"/>
            <a:ext cx="12939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 Architect </a:t>
            </a:r>
          </a:p>
        </p:txBody>
      </p:sp>
    </p:spTree>
    <p:extLst>
      <p:ext uri="{BB962C8B-B14F-4D97-AF65-F5344CB8AC3E}">
        <p14:creationId xmlns:p14="http://schemas.microsoft.com/office/powerpoint/2010/main" val="224830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F55AD304-CCBE-D650-F511-36015FA297EE}"/>
              </a:ext>
            </a:extLst>
          </p:cNvPr>
          <p:cNvSpPr txBox="1"/>
          <p:nvPr/>
        </p:nvSpPr>
        <p:spPr>
          <a:xfrm>
            <a:off x="1073790" y="897622"/>
            <a:ext cx="6231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1F223A"/>
                </a:solidFill>
                <a:latin typeface="Signika" pitchFamily="2" charset="77"/>
              </a:rPr>
              <a:t>Impact Funding Europe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64F078E-0583-CAEA-7CF4-0D2A8E9F6073}"/>
              </a:ext>
            </a:extLst>
          </p:cNvPr>
          <p:cNvSpPr txBox="1"/>
          <p:nvPr/>
        </p:nvSpPr>
        <p:spPr>
          <a:xfrm>
            <a:off x="1073790" y="1862434"/>
            <a:ext cx="9105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D963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Enabling Smart &amp; Climate Neutral Collaborative Impact Projects by securing EU Grant Funding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183196-D365-DE09-CF29-476D3A41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9" y="302642"/>
            <a:ext cx="1223239" cy="864829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3C38A798-723B-05B5-9D65-BDE2ADBB927F}"/>
              </a:ext>
            </a:extLst>
          </p:cNvPr>
          <p:cNvSpPr txBox="1"/>
          <p:nvPr/>
        </p:nvSpPr>
        <p:spPr>
          <a:xfrm>
            <a:off x="4824091" y="2709134"/>
            <a:ext cx="5915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 Funding Europe is a Joint Venture that brings together partners with extensive experience In EU Grant Funding, Consortium Building, Innovation Management and Consultancy Services.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254AE80-4DD1-045D-39BE-EA70CEE042A1}"/>
              </a:ext>
            </a:extLst>
          </p:cNvPr>
          <p:cNvSpPr txBox="1"/>
          <p:nvPr/>
        </p:nvSpPr>
        <p:spPr>
          <a:xfrm>
            <a:off x="4824091" y="3893001"/>
            <a:ext cx="5915668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latin typeface="Open Sans"/>
                <a:ea typeface="Open Sans"/>
                <a:cs typeface="Open Sans"/>
              </a:rPr>
              <a:t>We work with SMEs, City &amp; Regional Authorities, Research Institutions, Not-for-Profits, Cluster </a:t>
            </a:r>
            <a:r>
              <a:rPr lang="de-DE" dirty="0"/>
              <a:t> </a:t>
            </a:r>
            <a:r>
              <a:rPr lang="en-US" sz="1400" dirty="0">
                <a:latin typeface="Open Sans"/>
                <a:ea typeface="Open Sans"/>
                <a:cs typeface="Open Sans"/>
              </a:rPr>
              <a:t>and Citizen Groups to create world-leading consortiums and secure EU Grant Funding.</a:t>
            </a:r>
            <a:endParaRPr lang="en-US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89AFB4F-EA56-5CFB-C64C-E517C262D759}"/>
              </a:ext>
            </a:extLst>
          </p:cNvPr>
          <p:cNvSpPr txBox="1"/>
          <p:nvPr/>
        </p:nvSpPr>
        <p:spPr>
          <a:xfrm>
            <a:off x="4819328" y="5038698"/>
            <a:ext cx="57902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unlock the most innovative projects that will deliver the greatest impact, we work on a no-win,  no-fee basis - meaning there is no barrier to working with us and our partners.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98F46CB-C5C2-71F0-EE11-3D9E91C3A70D}"/>
              </a:ext>
            </a:extLst>
          </p:cNvPr>
          <p:cNvSpPr txBox="1"/>
          <p:nvPr/>
        </p:nvSpPr>
        <p:spPr>
          <a:xfrm>
            <a:off x="1073790" y="3888777"/>
            <a:ext cx="1669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400 customers</a:t>
            </a:r>
          </a:p>
          <a:p>
            <a:r>
              <a:rPr lang="en-GB" dirty="0"/>
              <a:t>across Europe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72E2252-5284-D1F3-BEEF-292E7C902CC7}"/>
              </a:ext>
            </a:extLst>
          </p:cNvPr>
          <p:cNvSpPr txBox="1"/>
          <p:nvPr/>
        </p:nvSpPr>
        <p:spPr>
          <a:xfrm>
            <a:off x="1073790" y="5038698"/>
            <a:ext cx="195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0,00 € Upfront fee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6262A54-E1C7-158F-E357-C03E852940F1}"/>
              </a:ext>
            </a:extLst>
          </p:cNvPr>
          <p:cNvSpPr txBox="1"/>
          <p:nvPr/>
        </p:nvSpPr>
        <p:spPr>
          <a:xfrm>
            <a:off x="1073790" y="2698791"/>
            <a:ext cx="3180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 Employees in 4 countries</a:t>
            </a:r>
          </a:p>
          <a:p>
            <a:r>
              <a:rPr lang="en-GB" dirty="0"/>
              <a:t>11 Free-Lancers in 7 countries</a:t>
            </a:r>
          </a:p>
        </p:txBody>
      </p:sp>
    </p:spTree>
    <p:extLst>
      <p:ext uri="{BB962C8B-B14F-4D97-AF65-F5344CB8AC3E}">
        <p14:creationId xmlns:p14="http://schemas.microsoft.com/office/powerpoint/2010/main" val="352446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Macintosh PowerPoint</Application>
  <PresentationFormat>Breitbild</PresentationFormat>
  <Paragraphs>304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35" baseType="lpstr">
      <vt:lpstr>Agatho</vt:lpstr>
      <vt:lpstr>Aptos</vt:lpstr>
      <vt:lpstr>Aptos Display</vt:lpstr>
      <vt:lpstr>Arial</vt:lpstr>
      <vt:lpstr>Arial</vt:lpstr>
      <vt:lpstr>Bebas Neue Pro</vt:lpstr>
      <vt:lpstr>Calibri</vt:lpstr>
      <vt:lpstr>Calibri Light</vt:lpstr>
      <vt:lpstr>Google Sans</vt:lpstr>
      <vt:lpstr>Inter</vt:lpstr>
      <vt:lpstr>Montserrat ExtraBold</vt:lpstr>
      <vt:lpstr>Open Sans</vt:lpstr>
      <vt:lpstr>Raleway</vt:lpstr>
      <vt:lpstr>Signika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2025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BioGas 2.0</dc:title>
  <dc:creator>Olaf Gerd Gemein</dc:creator>
  <cp:lastModifiedBy>Olaf Gerd Gemein</cp:lastModifiedBy>
  <cp:revision>16</cp:revision>
  <dcterms:created xsi:type="dcterms:W3CDTF">2024-02-10T10:03:44Z</dcterms:created>
  <dcterms:modified xsi:type="dcterms:W3CDTF">2024-03-07T16:32:43Z</dcterms:modified>
</cp:coreProperties>
</file>